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  <p:sldMasterId id="2147483697" r:id="rId2"/>
  </p:sldMasterIdLst>
  <p:notesMasterIdLst>
    <p:notesMasterId r:id="rId27"/>
  </p:notesMasterIdLst>
  <p:sldIdLst>
    <p:sldId id="256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84" r:id="rId15"/>
    <p:sldId id="285" r:id="rId16"/>
    <p:sldId id="274" r:id="rId17"/>
    <p:sldId id="286" r:id="rId18"/>
    <p:sldId id="288" r:id="rId19"/>
    <p:sldId id="279" r:id="rId20"/>
    <p:sldId id="292" r:id="rId21"/>
    <p:sldId id="293" r:id="rId22"/>
    <p:sldId id="281" r:id="rId23"/>
    <p:sldId id="295" r:id="rId24"/>
    <p:sldId id="296" r:id="rId25"/>
    <p:sldId id="294" r:id="rId26"/>
  </p:sldIdLst>
  <p:sldSz cx="12192000" cy="6858000"/>
  <p:notesSz cx="6858000" cy="9144000"/>
  <p:embeddedFontLst>
    <p:embeddedFont>
      <p:font typeface="Montserrat" pitchFamily="2" charset="77"/>
      <p:regular r:id="rId28"/>
      <p:bold r:id="rId29"/>
      <p:italic r:id="rId30"/>
      <p:boldItalic r:id="rId31"/>
    </p:embeddedFont>
    <p:embeddedFont>
      <p:font typeface="Montserrat ExtraBold" panose="020F0502020204030204" pitchFamily="34" charset="0"/>
      <p:bold r:id="rId32"/>
      <p:italic r:id="rId33"/>
      <p:boldItalic r:id="rId34"/>
    </p:embeddedFont>
    <p:embeddedFont>
      <p:font typeface="Montserrat Medium" panose="020F050202020403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94714"/>
  </p:normalViewPr>
  <p:slideViewPr>
    <p:cSldViewPr snapToGrid="0">
      <p:cViewPr varScale="1">
        <p:scale>
          <a:sx n="115" d="100"/>
          <a:sy n="115" d="100"/>
        </p:scale>
        <p:origin x="712" y="192"/>
      </p:cViewPr>
      <p:guideLst>
        <p:guide orient="horz" pos="5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3052b2ff4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3a3052b2ff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31311b717_0_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g3a31311b717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a3052b2ff4_1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3a3052b2ff4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31311b717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g3a31311b71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31311b717_0_1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g3a31311b71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31311b717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g3a31311b71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a31311b717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g3a31311b71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a31311b717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3a31311b71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a31311b717_0_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3a31311b717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a31311b717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g3a31311b717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31311b717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g3a31311b717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a31311b717_0_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g3a31311b717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31311b717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g3a31311b71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2217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a31311b717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g3a31311b71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3578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31311b717_0_1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g3a31311b717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31311b717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g3a31311b71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9037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a31311b717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3a31311b71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71935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31311b717_0_1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g3a31311b717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31311b717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g3a31311b71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72231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a31311b717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3a31311b71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89732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a31311b717_0_1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g3a31311b717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31311b717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g3a31311b71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7426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a31311b717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3a31311b71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93081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a31311b717_0_2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g3a31311b717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5186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1_Title – light">
  <p:cSld name="01_Title – ligh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1018800" y="1090800"/>
            <a:ext cx="9059055" cy="331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1019174" y="4597200"/>
            <a:ext cx="9058681" cy="94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2"/>
          </p:nvPr>
        </p:nvSpPr>
        <p:spPr>
          <a:xfrm>
            <a:off x="1018799" y="5768975"/>
            <a:ext cx="9058681" cy="75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 i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712" y="180000"/>
            <a:ext cx="2147142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1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New Chapter: Photo + Text – light">
  <p:cSld name="03_New Chapter: Photo + Text – ligh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5101582" y="1"/>
            <a:ext cx="7090418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Google Shape;23;p3"/>
          <p:cNvSpPr>
            <a:spLocks noGrp="1"/>
          </p:cNvSpPr>
          <p:nvPr>
            <p:ph type="pic" idx="2"/>
          </p:nvPr>
        </p:nvSpPr>
        <p:spPr>
          <a:xfrm>
            <a:off x="1031499" y="1089026"/>
            <a:ext cx="4039200" cy="467995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252525" y="4057200"/>
            <a:ext cx="5920300" cy="171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 i="1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5252528" y="1089025"/>
            <a:ext cx="5920300" cy="2788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6" name="Google Shape;26;p3"/>
          <p:cNvCxnSpPr/>
          <p:nvPr/>
        </p:nvCxnSpPr>
        <p:spPr>
          <a:xfrm rot="10800000">
            <a:off x="5087938" y="0"/>
            <a:ext cx="2" cy="685800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: Text – light">
  <p:cSld name="04_Content: Text – ligh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018800" y="1090800"/>
            <a:ext cx="10152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Table of Content – light">
  <p:cSld name="02_Table of Content – ligh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5087938" y="1"/>
            <a:ext cx="7104058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" name="Google Shape;34;p5"/>
          <p:cNvCxnSpPr/>
          <p:nvPr/>
        </p:nvCxnSpPr>
        <p:spPr>
          <a:xfrm rot="10800000">
            <a:off x="5087938" y="1"/>
            <a:ext cx="0" cy="685799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5267938" y="1090799"/>
            <a:ext cx="5904878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ExtraBold"/>
              <a:buAutoNum type="romanUcPeriod"/>
              <a:defRPr/>
            </a:lvl1pPr>
            <a:lvl2pPr marL="914400" lvl="1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/>
            </a:lvl2pPr>
            <a:lvl3pPr marL="1371600" lvl="2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/>
            </a:lvl3pPr>
            <a:lvl4pPr marL="1828800" lvl="3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/>
            </a:lvl4pPr>
            <a:lvl5pPr marL="2286000" lvl="4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1028910" y="1090800"/>
            <a:ext cx="3879030" cy="2333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 i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New Chapter: Text – light">
  <p:cSld name="03_New Chapter: Text – ligh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7118410" y="1"/>
            <a:ext cx="5073590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1019175" y="1089025"/>
            <a:ext cx="5920304" cy="286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1018094" y="4100189"/>
            <a:ext cx="5920300" cy="1668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 i="1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7299478" y="1090799"/>
            <a:ext cx="3873338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ExtraBold"/>
              <a:buAutoNum type="romanUcPeriod"/>
              <a:defRPr/>
            </a:lvl1pPr>
            <a:lvl2pPr marL="914400" lvl="1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/>
            </a:lvl2pPr>
            <a:lvl3pPr marL="1371600" lvl="2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/>
            </a:lvl3pPr>
            <a:lvl4pPr marL="1828800" lvl="3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/>
            </a:lvl4pPr>
            <a:lvl5pPr marL="2286000" lvl="4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2" name="Google Shape;42;p6"/>
          <p:cNvCxnSpPr/>
          <p:nvPr/>
        </p:nvCxnSpPr>
        <p:spPr>
          <a:xfrm rot="10800000">
            <a:off x="7104063" y="1"/>
            <a:ext cx="0" cy="685799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New Chapter: Text + Photo – light">
  <p:cSld name="03_New Chapter: Text + Photo – ligh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>
            <a:spLocks noGrp="1"/>
          </p:cNvSpPr>
          <p:nvPr>
            <p:ph type="pic" idx="2"/>
          </p:nvPr>
        </p:nvSpPr>
        <p:spPr>
          <a:xfrm>
            <a:off x="7124400" y="0"/>
            <a:ext cx="506759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1019175" y="1089025"/>
            <a:ext cx="5920304" cy="286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1018094" y="4100189"/>
            <a:ext cx="5920300" cy="1668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 i="1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7" name="Google Shape;47;p7"/>
          <p:cNvCxnSpPr/>
          <p:nvPr/>
        </p:nvCxnSpPr>
        <p:spPr>
          <a:xfrm rot="10800000">
            <a:off x="7104063" y="1"/>
            <a:ext cx="0" cy="685799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: Free Space – light">
  <p:cSld name="04_Content: Free Space – ligh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: Photo/Graphic – light">
  <p:cSld name="04_Content: Photo/Graphic – ligh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>
            <a:spLocks noGrp="1"/>
          </p:cNvSpPr>
          <p:nvPr>
            <p:ph type="pic" idx="2"/>
          </p:nvPr>
        </p:nvSpPr>
        <p:spPr>
          <a:xfrm>
            <a:off x="1018385" y="1089025"/>
            <a:ext cx="10153650" cy="467994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: Photo/Graphic + small Text – light">
  <p:cSld name="04_Content: Photo/Graphic + small Text – ligh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9156699" y="1"/>
            <a:ext cx="3035298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" name="Google Shape;59;p10"/>
          <p:cNvCxnSpPr/>
          <p:nvPr/>
        </p:nvCxnSpPr>
        <p:spPr>
          <a:xfrm rot="10800000">
            <a:off x="9156700" y="0"/>
            <a:ext cx="0" cy="685799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7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>
            <a:spLocks noGrp="1"/>
          </p:cNvSpPr>
          <p:nvPr>
            <p:ph type="pic" idx="2"/>
          </p:nvPr>
        </p:nvSpPr>
        <p:spPr>
          <a:xfrm>
            <a:off x="1018384" y="1089025"/>
            <a:ext cx="8121600" cy="467994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346563" y="1089025"/>
            <a:ext cx="2473961" cy="4679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: Photo/Graphic + more Text – light">
  <p:cSld name="04_Content: Photo/Graphic + more Text – ligh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6095207" y="-1"/>
            <a:ext cx="6096789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" name="Google Shape;67;p11"/>
          <p:cNvCxnSpPr/>
          <p:nvPr/>
        </p:nvCxnSpPr>
        <p:spPr>
          <a:xfrm rot="10800000">
            <a:off x="6096000" y="1"/>
            <a:ext cx="0" cy="685799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4896823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1018384" y="1089025"/>
            <a:ext cx="5061600" cy="467994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6275387" y="1089025"/>
            <a:ext cx="5545131" cy="467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 Compare: Text + Photo/Graphic – light">
  <p:cSld name="04_Content Compare: Text + Photo/Graphic – ligh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>
            <a:spLocks noGrp="1"/>
          </p:cNvSpPr>
          <p:nvPr>
            <p:ph type="pic" idx="2"/>
          </p:nvPr>
        </p:nvSpPr>
        <p:spPr>
          <a:xfrm>
            <a:off x="7119600" y="0"/>
            <a:ext cx="5072400" cy="341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5" name="Google Shape;75;p12"/>
          <p:cNvSpPr>
            <a:spLocks noGrp="1"/>
          </p:cNvSpPr>
          <p:nvPr>
            <p:ph type="pic" idx="3"/>
          </p:nvPr>
        </p:nvSpPr>
        <p:spPr>
          <a:xfrm>
            <a:off x="7119600" y="3441600"/>
            <a:ext cx="5072400" cy="341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Google Shape;76;p12"/>
          <p:cNvSpPr/>
          <p:nvPr/>
        </p:nvSpPr>
        <p:spPr>
          <a:xfrm>
            <a:off x="7102485" y="-1"/>
            <a:ext cx="5089511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7" name="Google Shape;77;p12"/>
          <p:cNvCxnSpPr/>
          <p:nvPr/>
        </p:nvCxnSpPr>
        <p:spPr>
          <a:xfrm rot="10800000">
            <a:off x="7103270" y="1"/>
            <a:ext cx="0" cy="685799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591952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9" name="Google Shape;79;p12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>
            <a:off x="1017610" y="1090800"/>
            <a:ext cx="5903999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4"/>
          </p:nvPr>
        </p:nvSpPr>
        <p:spPr>
          <a:xfrm>
            <a:off x="1019176" y="3614400"/>
            <a:ext cx="5903999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 Compare: 2 Text – light">
  <p:cSld name="5_Content Compare: 2 Text – ligh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7102485" y="-1"/>
            <a:ext cx="5089511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4896823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7" name="Google Shape;87;p13"/>
          <p:cNvCxnSpPr/>
          <p:nvPr/>
        </p:nvCxnSpPr>
        <p:spPr>
          <a:xfrm rot="10800000">
            <a:off x="6096000" y="1"/>
            <a:ext cx="0" cy="685799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body" idx="1"/>
          </p:nvPr>
        </p:nvSpPr>
        <p:spPr>
          <a:xfrm>
            <a:off x="1018800" y="1090800"/>
            <a:ext cx="4896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2"/>
          </p:nvPr>
        </p:nvSpPr>
        <p:spPr>
          <a:xfrm>
            <a:off x="6275388" y="1089024"/>
            <a:ext cx="4896000" cy="468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 Compare: 2 Text + Photo/Graphic – light">
  <p:cSld name="04_Content Compare: 2 Text + Photo/Graphic – ligh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7102485" y="-1"/>
            <a:ext cx="5089511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5" name="Google Shape;95;p14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4"/>
          <p:cNvSpPr>
            <a:spLocks noGrp="1"/>
          </p:cNvSpPr>
          <p:nvPr>
            <p:ph type="pic" idx="2"/>
          </p:nvPr>
        </p:nvSpPr>
        <p:spPr>
          <a:xfrm>
            <a:off x="1018384" y="1089025"/>
            <a:ext cx="4393266" cy="232377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14"/>
          <p:cNvSpPr>
            <a:spLocks noGrp="1"/>
          </p:cNvSpPr>
          <p:nvPr>
            <p:ph type="pic" idx="3"/>
          </p:nvPr>
        </p:nvSpPr>
        <p:spPr>
          <a:xfrm>
            <a:off x="6780352" y="1089025"/>
            <a:ext cx="4393266" cy="232377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4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1018374" y="3614400"/>
            <a:ext cx="4393271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4"/>
          </p:nvPr>
        </p:nvSpPr>
        <p:spPr>
          <a:xfrm>
            <a:off x="6778800" y="3614400"/>
            <a:ext cx="4392000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 Compare: 3 Text + Photo/Graphic – light">
  <p:cSld name="04_Content Compare: 3 Text + Photo/Graphic – ligh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7102485" y="-1"/>
            <a:ext cx="5089511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2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05" name="Google Shape;105;p15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6" name="Google Shape;106;p15"/>
          <p:cNvSpPr>
            <a:spLocks noGrp="1"/>
          </p:cNvSpPr>
          <p:nvPr>
            <p:ph type="pic" idx="2"/>
          </p:nvPr>
        </p:nvSpPr>
        <p:spPr>
          <a:xfrm>
            <a:off x="1018384" y="1089025"/>
            <a:ext cx="3087688" cy="232377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15"/>
          <p:cNvSpPr>
            <a:spLocks noGrp="1"/>
          </p:cNvSpPr>
          <p:nvPr>
            <p:ph type="pic" idx="3"/>
          </p:nvPr>
        </p:nvSpPr>
        <p:spPr>
          <a:xfrm>
            <a:off x="4551331" y="1089025"/>
            <a:ext cx="3087688" cy="232377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5"/>
          <p:cNvSpPr>
            <a:spLocks noGrp="1"/>
          </p:cNvSpPr>
          <p:nvPr>
            <p:ph type="pic" idx="4"/>
          </p:nvPr>
        </p:nvSpPr>
        <p:spPr>
          <a:xfrm>
            <a:off x="8073178" y="1089025"/>
            <a:ext cx="3087688" cy="232377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5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1"/>
          </p:nvPr>
        </p:nvSpPr>
        <p:spPr>
          <a:xfrm>
            <a:off x="1018375" y="3614400"/>
            <a:ext cx="3087696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body" idx="5"/>
          </p:nvPr>
        </p:nvSpPr>
        <p:spPr>
          <a:xfrm>
            <a:off x="4550400" y="3614400"/>
            <a:ext cx="3088800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6"/>
          </p:nvPr>
        </p:nvSpPr>
        <p:spPr>
          <a:xfrm>
            <a:off x="8074800" y="3614399"/>
            <a:ext cx="3088800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: Timeline - light">
  <p:cSld name="04_Content: Timeline - ligh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16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" name="Google Shape;116;p16"/>
          <p:cNvCxnSpPr/>
          <p:nvPr/>
        </p:nvCxnSpPr>
        <p:spPr>
          <a:xfrm>
            <a:off x="11934701" y="3194462"/>
            <a:ext cx="257299" cy="2345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7" name="Google Shape;117;p16"/>
          <p:cNvCxnSpPr/>
          <p:nvPr/>
        </p:nvCxnSpPr>
        <p:spPr>
          <a:xfrm rot="10800000" flipH="1">
            <a:off x="11934701" y="3429002"/>
            <a:ext cx="257299" cy="23453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" name="Google Shape;118;p16"/>
          <p:cNvCxnSpPr/>
          <p:nvPr/>
        </p:nvCxnSpPr>
        <p:spPr>
          <a:xfrm>
            <a:off x="1019175" y="3194462"/>
            <a:ext cx="0" cy="46907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9" name="Google Shape;119;p16"/>
          <p:cNvCxnSpPr/>
          <p:nvPr/>
        </p:nvCxnSpPr>
        <p:spPr>
          <a:xfrm>
            <a:off x="3035300" y="3194462"/>
            <a:ext cx="0" cy="46907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0" name="Google Shape;120;p16"/>
          <p:cNvCxnSpPr/>
          <p:nvPr/>
        </p:nvCxnSpPr>
        <p:spPr>
          <a:xfrm>
            <a:off x="5087938" y="3194462"/>
            <a:ext cx="0" cy="46907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1" name="Google Shape;121;p16"/>
          <p:cNvCxnSpPr/>
          <p:nvPr/>
        </p:nvCxnSpPr>
        <p:spPr>
          <a:xfrm>
            <a:off x="7104063" y="3194462"/>
            <a:ext cx="0" cy="46907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9156700" y="3194462"/>
            <a:ext cx="0" cy="46907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2917918" y="2354838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2"/>
          </p:nvPr>
        </p:nvSpPr>
        <p:spPr>
          <a:xfrm>
            <a:off x="4970556" y="3898076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3"/>
          </p:nvPr>
        </p:nvSpPr>
        <p:spPr>
          <a:xfrm>
            <a:off x="6986680" y="2354838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4"/>
          </p:nvPr>
        </p:nvSpPr>
        <p:spPr>
          <a:xfrm>
            <a:off x="9039319" y="3884050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body" idx="5"/>
          </p:nvPr>
        </p:nvSpPr>
        <p:spPr>
          <a:xfrm>
            <a:off x="901793" y="3898076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Persons: 1 - light">
  <p:cSld name="05_Persons: 1 - ligh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Google Shape;132;p17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8025019" y="4329113"/>
            <a:ext cx="2468212" cy="593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body" idx="2"/>
          </p:nvPr>
        </p:nvSpPr>
        <p:spPr>
          <a:xfrm>
            <a:off x="8025019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xfrm>
            <a:off x="1018800" y="180001"/>
            <a:ext cx="10153650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>
            <a:spLocks noGrp="1"/>
          </p:cNvSpPr>
          <p:nvPr>
            <p:ph type="pic" idx="3"/>
          </p:nvPr>
        </p:nvSpPr>
        <p:spPr>
          <a:xfrm>
            <a:off x="8025019" y="1390689"/>
            <a:ext cx="2876400" cy="28764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7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body" idx="4"/>
          </p:nvPr>
        </p:nvSpPr>
        <p:spPr>
          <a:xfrm>
            <a:off x="1019174" y="3614400"/>
            <a:ext cx="6084889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Persons: 2 - light">
  <p:cSld name="05_Persons: 2 - ligh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18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2" name="Google Shape;142;p18"/>
          <p:cNvSpPr txBox="1">
            <a:spLocks noGrp="1"/>
          </p:cNvSpPr>
          <p:nvPr>
            <p:ph type="title"/>
          </p:nvPr>
        </p:nvSpPr>
        <p:spPr>
          <a:xfrm>
            <a:off x="1018800" y="180001"/>
            <a:ext cx="10153650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1"/>
          </p:nvPr>
        </p:nvSpPr>
        <p:spPr>
          <a:xfrm>
            <a:off x="8704613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2"/>
          </p:nvPr>
        </p:nvSpPr>
        <p:spPr>
          <a:xfrm>
            <a:off x="8704613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body" idx="3"/>
          </p:nvPr>
        </p:nvSpPr>
        <p:spPr>
          <a:xfrm>
            <a:off x="6142676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4"/>
          </p:nvPr>
        </p:nvSpPr>
        <p:spPr>
          <a:xfrm>
            <a:off x="6142676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>
            <a:spLocks noGrp="1"/>
          </p:cNvSpPr>
          <p:nvPr>
            <p:ph type="pic" idx="5"/>
          </p:nvPr>
        </p:nvSpPr>
        <p:spPr>
          <a:xfrm>
            <a:off x="6142676" y="2046072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8"/>
          <p:cNvSpPr>
            <a:spLocks noGrp="1"/>
          </p:cNvSpPr>
          <p:nvPr>
            <p:ph type="pic" idx="6"/>
          </p:nvPr>
        </p:nvSpPr>
        <p:spPr>
          <a:xfrm>
            <a:off x="8704613" y="2045488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18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body" idx="7"/>
          </p:nvPr>
        </p:nvSpPr>
        <p:spPr>
          <a:xfrm>
            <a:off x="1019174" y="3614400"/>
            <a:ext cx="4068763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Persons: 3 - light">
  <p:cSld name="05_Persons: 3 - ligh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Google Shape;153;p19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1018800" y="180001"/>
            <a:ext cx="10153650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1"/>
          </p:nvPr>
        </p:nvSpPr>
        <p:spPr>
          <a:xfrm>
            <a:off x="8704613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body" idx="2"/>
          </p:nvPr>
        </p:nvSpPr>
        <p:spPr>
          <a:xfrm>
            <a:off x="8704613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body" idx="3"/>
          </p:nvPr>
        </p:nvSpPr>
        <p:spPr>
          <a:xfrm>
            <a:off x="6142676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body" idx="4"/>
          </p:nvPr>
        </p:nvSpPr>
        <p:spPr>
          <a:xfrm>
            <a:off x="6142676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body" idx="5"/>
          </p:nvPr>
        </p:nvSpPr>
        <p:spPr>
          <a:xfrm>
            <a:off x="3580738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body" idx="6"/>
          </p:nvPr>
        </p:nvSpPr>
        <p:spPr>
          <a:xfrm>
            <a:off x="3580738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19"/>
          <p:cNvSpPr>
            <a:spLocks noGrp="1"/>
          </p:cNvSpPr>
          <p:nvPr>
            <p:ph type="pic" idx="7"/>
          </p:nvPr>
        </p:nvSpPr>
        <p:spPr>
          <a:xfrm>
            <a:off x="6142676" y="2046072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19"/>
          <p:cNvSpPr>
            <a:spLocks noGrp="1"/>
          </p:cNvSpPr>
          <p:nvPr>
            <p:ph type="pic" idx="8"/>
          </p:nvPr>
        </p:nvSpPr>
        <p:spPr>
          <a:xfrm>
            <a:off x="8704613" y="2045488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9"/>
          <p:cNvSpPr>
            <a:spLocks noGrp="1"/>
          </p:cNvSpPr>
          <p:nvPr>
            <p:ph type="pic" idx="9"/>
          </p:nvPr>
        </p:nvSpPr>
        <p:spPr>
          <a:xfrm>
            <a:off x="3580738" y="2045488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9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body" idx="13"/>
          </p:nvPr>
        </p:nvSpPr>
        <p:spPr>
          <a:xfrm>
            <a:off x="1019174" y="3614400"/>
            <a:ext cx="2016125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Persons: 4 - light">
  <p:cSld name="05_Persons: 4 - ligh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20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" name="Google Shape;169;p20"/>
          <p:cNvSpPr txBox="1">
            <a:spLocks noGrp="1"/>
          </p:cNvSpPr>
          <p:nvPr>
            <p:ph type="body" idx="1"/>
          </p:nvPr>
        </p:nvSpPr>
        <p:spPr>
          <a:xfrm>
            <a:off x="8704613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body" idx="2"/>
          </p:nvPr>
        </p:nvSpPr>
        <p:spPr>
          <a:xfrm>
            <a:off x="8704613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body" idx="3"/>
          </p:nvPr>
        </p:nvSpPr>
        <p:spPr>
          <a:xfrm>
            <a:off x="6142676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0"/>
          <p:cNvSpPr txBox="1">
            <a:spLocks noGrp="1"/>
          </p:cNvSpPr>
          <p:nvPr>
            <p:ph type="body" idx="4"/>
          </p:nvPr>
        </p:nvSpPr>
        <p:spPr>
          <a:xfrm>
            <a:off x="6142676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body" idx="5"/>
          </p:nvPr>
        </p:nvSpPr>
        <p:spPr>
          <a:xfrm>
            <a:off x="3580738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body" idx="6"/>
          </p:nvPr>
        </p:nvSpPr>
        <p:spPr>
          <a:xfrm>
            <a:off x="3580738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body" idx="7"/>
          </p:nvPr>
        </p:nvSpPr>
        <p:spPr>
          <a:xfrm>
            <a:off x="1018800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body" idx="8"/>
          </p:nvPr>
        </p:nvSpPr>
        <p:spPr>
          <a:xfrm>
            <a:off x="1018800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1018800" y="180001"/>
            <a:ext cx="10153650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>
            <a:spLocks noGrp="1"/>
          </p:cNvSpPr>
          <p:nvPr>
            <p:ph type="pic" idx="9"/>
          </p:nvPr>
        </p:nvSpPr>
        <p:spPr>
          <a:xfrm>
            <a:off x="6142676" y="2046072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20"/>
          <p:cNvSpPr>
            <a:spLocks noGrp="1"/>
          </p:cNvSpPr>
          <p:nvPr>
            <p:ph type="pic" idx="13"/>
          </p:nvPr>
        </p:nvSpPr>
        <p:spPr>
          <a:xfrm>
            <a:off x="8704613" y="2045488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20"/>
          <p:cNvSpPr>
            <a:spLocks noGrp="1"/>
          </p:cNvSpPr>
          <p:nvPr>
            <p:ph type="pic" idx="14"/>
          </p:nvPr>
        </p:nvSpPr>
        <p:spPr>
          <a:xfrm>
            <a:off x="3580738" y="2045488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20"/>
          <p:cNvSpPr>
            <a:spLocks noGrp="1"/>
          </p:cNvSpPr>
          <p:nvPr>
            <p:ph type="pic" idx="15"/>
          </p:nvPr>
        </p:nvSpPr>
        <p:spPr>
          <a:xfrm>
            <a:off x="1018800" y="2045488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20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Persons: Group - light">
  <p:cSld name="05_Persons: Group - ligh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21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6" name="Google Shape;186;p21"/>
          <p:cNvSpPr txBox="1">
            <a:spLocks noGrp="1"/>
          </p:cNvSpPr>
          <p:nvPr>
            <p:ph type="body" idx="1"/>
          </p:nvPr>
        </p:nvSpPr>
        <p:spPr>
          <a:xfrm>
            <a:off x="1018799" y="3614400"/>
            <a:ext cx="5076826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21"/>
          <p:cNvSpPr txBox="1">
            <a:spLocks noGrp="1"/>
          </p:cNvSpPr>
          <p:nvPr>
            <p:ph type="title"/>
          </p:nvPr>
        </p:nvSpPr>
        <p:spPr>
          <a:xfrm>
            <a:off x="1018800" y="180001"/>
            <a:ext cx="10153650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1"/>
          <p:cNvSpPr>
            <a:spLocks noGrp="1"/>
          </p:cNvSpPr>
          <p:nvPr>
            <p:ph type="pic" idx="2"/>
          </p:nvPr>
        </p:nvSpPr>
        <p:spPr>
          <a:xfrm>
            <a:off x="7123294" y="1118518"/>
            <a:ext cx="3776400" cy="37764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21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91" name="Google Shape;191;p21"/>
          <p:cNvSpPr txBox="1">
            <a:spLocks noGrp="1"/>
          </p:cNvSpPr>
          <p:nvPr>
            <p:ph type="body" idx="3"/>
          </p:nvPr>
        </p:nvSpPr>
        <p:spPr>
          <a:xfrm>
            <a:off x="1018799" y="1090800"/>
            <a:ext cx="5077200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Closing: Contact – light">
  <p:cSld name="06_Closing: Contact – ligh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1018800" y="180000"/>
            <a:ext cx="10154025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body" idx="1"/>
          </p:nvPr>
        </p:nvSpPr>
        <p:spPr>
          <a:xfrm>
            <a:off x="4103637" y="3614400"/>
            <a:ext cx="3476274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body" idx="2"/>
          </p:nvPr>
        </p:nvSpPr>
        <p:spPr>
          <a:xfrm>
            <a:off x="4103637" y="2045490"/>
            <a:ext cx="5528913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22"/>
          <p:cNvSpPr txBox="1">
            <a:spLocks noGrp="1"/>
          </p:cNvSpPr>
          <p:nvPr>
            <p:ph type="body" idx="3"/>
          </p:nvPr>
        </p:nvSpPr>
        <p:spPr>
          <a:xfrm>
            <a:off x="4103638" y="2674882"/>
            <a:ext cx="5528912" cy="574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7" name="Google Shape;197;p22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8" name="Google Shape;198;p22"/>
          <p:cNvSpPr>
            <a:spLocks noGrp="1"/>
          </p:cNvSpPr>
          <p:nvPr>
            <p:ph type="pic" idx="4"/>
          </p:nvPr>
        </p:nvSpPr>
        <p:spPr>
          <a:xfrm>
            <a:off x="1059689" y="1390689"/>
            <a:ext cx="2876400" cy="28764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22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2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01" name="Google Shape;201;p22"/>
          <p:cNvSpPr txBox="1">
            <a:spLocks noGrp="1"/>
          </p:cNvSpPr>
          <p:nvPr>
            <p:ph type="body" idx="5"/>
          </p:nvPr>
        </p:nvSpPr>
        <p:spPr>
          <a:xfrm>
            <a:off x="7996350" y="4482000"/>
            <a:ext cx="32724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4800" b="1" i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55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/>
            </a:lvl2pPr>
            <a:lvl3pPr marL="1371600" lvl="2" indent="-355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/>
            </a:lvl3pPr>
            <a:lvl4pPr marL="1828800" lvl="3" indent="-355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/>
            </a:lvl4pPr>
            <a:lvl5pPr marL="2286000" lvl="4" indent="-355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Closing: Summary Text - light">
  <p:cSld name="06_Closing: Summary Text - ligh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3"/>
          <p:cNvSpPr txBox="1">
            <a:spLocks noGrp="1"/>
          </p:cNvSpPr>
          <p:nvPr>
            <p:ph type="body" idx="1"/>
          </p:nvPr>
        </p:nvSpPr>
        <p:spPr>
          <a:xfrm>
            <a:off x="1019175" y="1090800"/>
            <a:ext cx="10153649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Closing: Summary Text + Miniature Slides - light">
  <p:cSld name="06_Closing: Summary Text + Miniature Slides - light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title"/>
          </p:nvPr>
        </p:nvSpPr>
        <p:spPr>
          <a:xfrm>
            <a:off x="1019174" y="180000"/>
            <a:ext cx="590488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4"/>
          <p:cNvSpPr>
            <a:spLocks noGrp="1"/>
          </p:cNvSpPr>
          <p:nvPr>
            <p:ph type="pic" idx="2"/>
          </p:nvPr>
        </p:nvSpPr>
        <p:spPr>
          <a:xfrm>
            <a:off x="7336423" y="1089025"/>
            <a:ext cx="3836777" cy="2156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24"/>
          <p:cNvSpPr>
            <a:spLocks noGrp="1"/>
          </p:cNvSpPr>
          <p:nvPr>
            <p:ph type="pic" idx="3"/>
          </p:nvPr>
        </p:nvSpPr>
        <p:spPr>
          <a:xfrm>
            <a:off x="7336423" y="3614400"/>
            <a:ext cx="3836777" cy="2156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24"/>
          <p:cNvSpPr txBox="1">
            <a:spLocks noGrp="1"/>
          </p:cNvSpPr>
          <p:nvPr>
            <p:ph type="body" idx="1"/>
          </p:nvPr>
        </p:nvSpPr>
        <p:spPr>
          <a:xfrm>
            <a:off x="1018799" y="1090800"/>
            <a:ext cx="5905259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body" idx="4"/>
          </p:nvPr>
        </p:nvSpPr>
        <p:spPr>
          <a:xfrm>
            <a:off x="1019175" y="3614400"/>
            <a:ext cx="5904883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Closing: Summary Miniature Slides - light">
  <p:cSld name="06_Closing: Summary Miniature Slides - ligh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5"/>
          <p:cNvSpPr>
            <a:spLocks noGrp="1"/>
          </p:cNvSpPr>
          <p:nvPr>
            <p:ph type="pic" idx="2"/>
          </p:nvPr>
        </p:nvSpPr>
        <p:spPr>
          <a:xfrm>
            <a:off x="1019175" y="1089025"/>
            <a:ext cx="3171319" cy="178679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5"/>
          <p:cNvSpPr>
            <a:spLocks noGrp="1"/>
          </p:cNvSpPr>
          <p:nvPr>
            <p:ph type="pic" idx="3"/>
          </p:nvPr>
        </p:nvSpPr>
        <p:spPr>
          <a:xfrm>
            <a:off x="1019175" y="3273065"/>
            <a:ext cx="3171319" cy="178679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25"/>
          <p:cNvSpPr>
            <a:spLocks noGrp="1"/>
          </p:cNvSpPr>
          <p:nvPr>
            <p:ph type="pic" idx="4"/>
          </p:nvPr>
        </p:nvSpPr>
        <p:spPr>
          <a:xfrm>
            <a:off x="4510340" y="1089025"/>
            <a:ext cx="3171319" cy="178679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25"/>
          <p:cNvSpPr>
            <a:spLocks noGrp="1"/>
          </p:cNvSpPr>
          <p:nvPr>
            <p:ph type="pic" idx="5"/>
          </p:nvPr>
        </p:nvSpPr>
        <p:spPr>
          <a:xfrm>
            <a:off x="4510340" y="3273065"/>
            <a:ext cx="3171319" cy="178679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25"/>
          <p:cNvSpPr>
            <a:spLocks noGrp="1"/>
          </p:cNvSpPr>
          <p:nvPr>
            <p:ph type="pic" idx="6"/>
          </p:nvPr>
        </p:nvSpPr>
        <p:spPr>
          <a:xfrm>
            <a:off x="8001506" y="1089025"/>
            <a:ext cx="3171319" cy="178679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25"/>
          <p:cNvSpPr>
            <a:spLocks noGrp="1"/>
          </p:cNvSpPr>
          <p:nvPr>
            <p:ph type="pic" idx="7"/>
          </p:nvPr>
        </p:nvSpPr>
        <p:spPr>
          <a:xfrm>
            <a:off x="8001506" y="3273065"/>
            <a:ext cx="3171319" cy="178679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Table of Content – dark">
  <p:cSld name="02_Table of Content – dark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/>
          <p:nvPr/>
        </p:nvSpPr>
        <p:spPr>
          <a:xfrm>
            <a:off x="5087938" y="1"/>
            <a:ext cx="7104058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8" name="Google Shape;228;p27"/>
          <p:cNvCxnSpPr/>
          <p:nvPr/>
        </p:nvCxnSpPr>
        <p:spPr>
          <a:xfrm rot="10800000">
            <a:off x="5087938" y="1"/>
            <a:ext cx="0" cy="6857999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9" name="Google Shape;229;p27"/>
          <p:cNvSpPr txBox="1">
            <a:spLocks noGrp="1"/>
          </p:cNvSpPr>
          <p:nvPr>
            <p:ph type="body" idx="1"/>
          </p:nvPr>
        </p:nvSpPr>
        <p:spPr>
          <a:xfrm>
            <a:off x="5267938" y="1090799"/>
            <a:ext cx="5904878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ExtraBold"/>
              <a:buAutoNum type="romanUcPeriod"/>
              <a:defRPr>
                <a:solidFill>
                  <a:schemeClr val="dk1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3pPr>
            <a:lvl4pPr marL="1828800" lvl="3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4pPr>
            <a:lvl5pPr marL="2286000" lvl="4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body" idx="2"/>
          </p:nvPr>
        </p:nvSpPr>
        <p:spPr>
          <a:xfrm>
            <a:off x="1028910" y="1090800"/>
            <a:ext cx="3879030" cy="2333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 i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1_Title – dark">
  <p:cSld name="01_Title – dar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>
            <a:spLocks noGrp="1"/>
          </p:cNvSpPr>
          <p:nvPr>
            <p:ph type="title"/>
          </p:nvPr>
        </p:nvSpPr>
        <p:spPr>
          <a:xfrm>
            <a:off x="1018800" y="1090800"/>
            <a:ext cx="9059055" cy="331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 ExtraBold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body" idx="1"/>
          </p:nvPr>
        </p:nvSpPr>
        <p:spPr>
          <a:xfrm>
            <a:off x="1019174" y="4597200"/>
            <a:ext cx="9058681" cy="94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b="0" i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body" idx="2"/>
          </p:nvPr>
        </p:nvSpPr>
        <p:spPr>
          <a:xfrm>
            <a:off x="1018799" y="5768975"/>
            <a:ext cx="9058681" cy="75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3" name="Google Shape;24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712" y="180000"/>
            <a:ext cx="2147142" cy="5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1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New Chapter: Text – dark">
  <p:cSld name="03_New Chapter: Text – dark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/>
          <p:nvPr/>
        </p:nvSpPr>
        <p:spPr>
          <a:xfrm>
            <a:off x="7118410" y="1"/>
            <a:ext cx="5073590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0"/>
          <p:cNvSpPr txBox="1">
            <a:spLocks noGrp="1"/>
          </p:cNvSpPr>
          <p:nvPr>
            <p:ph type="title"/>
          </p:nvPr>
        </p:nvSpPr>
        <p:spPr>
          <a:xfrm>
            <a:off x="1019175" y="1089025"/>
            <a:ext cx="5920304" cy="286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Extra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0"/>
          <p:cNvSpPr txBox="1">
            <a:spLocks noGrp="1"/>
          </p:cNvSpPr>
          <p:nvPr>
            <p:ph type="body" idx="1"/>
          </p:nvPr>
        </p:nvSpPr>
        <p:spPr>
          <a:xfrm>
            <a:off x="1018094" y="4100189"/>
            <a:ext cx="5920300" cy="1668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0" i="1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0"/>
          <p:cNvSpPr txBox="1">
            <a:spLocks noGrp="1"/>
          </p:cNvSpPr>
          <p:nvPr>
            <p:ph type="body" idx="2"/>
          </p:nvPr>
        </p:nvSpPr>
        <p:spPr>
          <a:xfrm>
            <a:off x="7299478" y="1090799"/>
            <a:ext cx="3873338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ExtraBold"/>
              <a:buAutoNum type="romanUcPeriod"/>
              <a:defRPr>
                <a:solidFill>
                  <a:schemeClr val="dk1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3pPr>
            <a:lvl4pPr marL="1828800" lvl="3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4pPr>
            <a:lvl5pPr marL="2286000" lvl="4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49" name="Google Shape;249;p30"/>
          <p:cNvCxnSpPr/>
          <p:nvPr/>
        </p:nvCxnSpPr>
        <p:spPr>
          <a:xfrm rot="10800000">
            <a:off x="7104063" y="1"/>
            <a:ext cx="0" cy="6857999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New Chapter: Text + Photo – dark">
  <p:cSld name="03_New Chapter: Text + Photo – dark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>
            <a:spLocks noGrp="1"/>
          </p:cNvSpPr>
          <p:nvPr>
            <p:ph type="pic" idx="2"/>
          </p:nvPr>
        </p:nvSpPr>
        <p:spPr>
          <a:xfrm>
            <a:off x="7124400" y="0"/>
            <a:ext cx="506759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2" name="Google Shape;252;p31"/>
          <p:cNvSpPr txBox="1">
            <a:spLocks noGrp="1"/>
          </p:cNvSpPr>
          <p:nvPr>
            <p:ph type="title"/>
          </p:nvPr>
        </p:nvSpPr>
        <p:spPr>
          <a:xfrm>
            <a:off x="1019175" y="1089025"/>
            <a:ext cx="5920304" cy="286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Extra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1"/>
          <p:cNvSpPr txBox="1">
            <a:spLocks noGrp="1"/>
          </p:cNvSpPr>
          <p:nvPr>
            <p:ph type="body" idx="1"/>
          </p:nvPr>
        </p:nvSpPr>
        <p:spPr>
          <a:xfrm>
            <a:off x="1018094" y="4100189"/>
            <a:ext cx="5920300" cy="1668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0" i="1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54" name="Google Shape;254;p31"/>
          <p:cNvCxnSpPr/>
          <p:nvPr/>
        </p:nvCxnSpPr>
        <p:spPr>
          <a:xfrm rot="10800000">
            <a:off x="7104063" y="1"/>
            <a:ext cx="0" cy="6857999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New Chapter: Photo + Text – dark">
  <p:cSld name="03_New Chapter: Photo + Text – dark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/>
          <p:nvPr/>
        </p:nvSpPr>
        <p:spPr>
          <a:xfrm>
            <a:off x="5101582" y="1"/>
            <a:ext cx="7090418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32"/>
          <p:cNvSpPr>
            <a:spLocks noGrp="1"/>
          </p:cNvSpPr>
          <p:nvPr>
            <p:ph type="pic" idx="2"/>
          </p:nvPr>
        </p:nvSpPr>
        <p:spPr>
          <a:xfrm>
            <a:off x="1031499" y="1089026"/>
            <a:ext cx="4039200" cy="467995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32"/>
          <p:cNvSpPr txBox="1">
            <a:spLocks noGrp="1"/>
          </p:cNvSpPr>
          <p:nvPr>
            <p:ph type="body" idx="1"/>
          </p:nvPr>
        </p:nvSpPr>
        <p:spPr>
          <a:xfrm>
            <a:off x="5252525" y="4057200"/>
            <a:ext cx="5920300" cy="171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title"/>
          </p:nvPr>
        </p:nvSpPr>
        <p:spPr>
          <a:xfrm>
            <a:off x="5252528" y="1089025"/>
            <a:ext cx="5920300" cy="2788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60" name="Google Shape;260;p32"/>
          <p:cNvCxnSpPr/>
          <p:nvPr/>
        </p:nvCxnSpPr>
        <p:spPr>
          <a:xfrm rot="10800000">
            <a:off x="5087938" y="0"/>
            <a:ext cx="2" cy="6858002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: Free Space – dark">
  <p:cSld name="04_Content: Free Space – dark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: Text – dark">
  <p:cSld name="04_Content: Text – dark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4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34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69" name="Google Shape;269;p34"/>
          <p:cNvSpPr txBox="1">
            <a:spLocks noGrp="1"/>
          </p:cNvSpPr>
          <p:nvPr>
            <p:ph type="body" idx="1"/>
          </p:nvPr>
        </p:nvSpPr>
        <p:spPr>
          <a:xfrm>
            <a:off x="1018800" y="1090800"/>
            <a:ext cx="10152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: Photo/Graphic – dark">
  <p:cSld name="04_Content: Photo/Graphic – dark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35"/>
          <p:cNvSpPr>
            <a:spLocks noGrp="1"/>
          </p:cNvSpPr>
          <p:nvPr>
            <p:ph type="pic" idx="2"/>
          </p:nvPr>
        </p:nvSpPr>
        <p:spPr>
          <a:xfrm>
            <a:off x="1018385" y="1089025"/>
            <a:ext cx="10153650" cy="467994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35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35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: Photo/Graphic + small Text – dark">
  <p:cSld name="04_Content: Photo/Graphic + small Text – dark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/>
          <p:nvPr/>
        </p:nvSpPr>
        <p:spPr>
          <a:xfrm>
            <a:off x="9156700" y="1"/>
            <a:ext cx="3035298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7" name="Google Shape;277;p36"/>
          <p:cNvCxnSpPr/>
          <p:nvPr/>
        </p:nvCxnSpPr>
        <p:spPr>
          <a:xfrm rot="10800000">
            <a:off x="9156700" y="0"/>
            <a:ext cx="0" cy="6857999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8" name="Google Shape;278;p36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7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6"/>
          <p:cNvSpPr>
            <a:spLocks noGrp="1"/>
          </p:cNvSpPr>
          <p:nvPr>
            <p:ph type="pic" idx="2"/>
          </p:nvPr>
        </p:nvSpPr>
        <p:spPr>
          <a:xfrm>
            <a:off x="1018384" y="1089025"/>
            <a:ext cx="8121600" cy="467994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36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36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82" name="Google Shape;282;p36"/>
          <p:cNvSpPr txBox="1">
            <a:spLocks noGrp="1"/>
          </p:cNvSpPr>
          <p:nvPr>
            <p:ph type="body" idx="1"/>
          </p:nvPr>
        </p:nvSpPr>
        <p:spPr>
          <a:xfrm>
            <a:off x="9345600" y="1090800"/>
            <a:ext cx="24732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3pPr>
            <a:lvl4pPr marL="1828800" lvl="3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4pPr>
            <a:lvl5pPr marL="2286000" lvl="4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: Photo/Graphic + more Text – dark">
  <p:cSld name="04_Content: Photo/Graphic + more Text – dark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/>
          <p:nvPr/>
        </p:nvSpPr>
        <p:spPr>
          <a:xfrm>
            <a:off x="6095207" y="-1"/>
            <a:ext cx="6096789" cy="68579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5" name="Google Shape;285;p37"/>
          <p:cNvCxnSpPr/>
          <p:nvPr/>
        </p:nvCxnSpPr>
        <p:spPr>
          <a:xfrm rot="10800000">
            <a:off x="6096000" y="1"/>
            <a:ext cx="0" cy="6857999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6" name="Google Shape;286;p37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4896823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37"/>
          <p:cNvSpPr>
            <a:spLocks noGrp="1"/>
          </p:cNvSpPr>
          <p:nvPr>
            <p:ph type="pic" idx="2"/>
          </p:nvPr>
        </p:nvSpPr>
        <p:spPr>
          <a:xfrm>
            <a:off x="1018384" y="1089025"/>
            <a:ext cx="5061600" cy="467994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37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37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90" name="Google Shape;290;p37"/>
          <p:cNvSpPr txBox="1">
            <a:spLocks noGrp="1"/>
          </p:cNvSpPr>
          <p:nvPr>
            <p:ph type="body" idx="1"/>
          </p:nvPr>
        </p:nvSpPr>
        <p:spPr>
          <a:xfrm>
            <a:off x="6275388" y="1090800"/>
            <a:ext cx="554341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3pPr>
            <a:lvl4pPr marL="1828800" lvl="3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4pPr>
            <a:lvl5pPr marL="2286000" lvl="4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  <a:defRPr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 Compare: Text + Photo/Graphic – dark">
  <p:cSld name="04_Content Compare: Text + Photo/Graphic – dark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>
            <a:spLocks noGrp="1"/>
          </p:cNvSpPr>
          <p:nvPr>
            <p:ph type="pic" idx="2"/>
          </p:nvPr>
        </p:nvSpPr>
        <p:spPr>
          <a:xfrm>
            <a:off x="7119600" y="0"/>
            <a:ext cx="5072400" cy="341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3" name="Google Shape;293;p38"/>
          <p:cNvSpPr>
            <a:spLocks noGrp="1"/>
          </p:cNvSpPr>
          <p:nvPr>
            <p:ph type="pic" idx="3"/>
          </p:nvPr>
        </p:nvSpPr>
        <p:spPr>
          <a:xfrm>
            <a:off x="7119600" y="3441600"/>
            <a:ext cx="5072400" cy="341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4" name="Google Shape;294;p38"/>
          <p:cNvSpPr/>
          <p:nvPr/>
        </p:nvSpPr>
        <p:spPr>
          <a:xfrm>
            <a:off x="7102485" y="-1"/>
            <a:ext cx="5089511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5" name="Google Shape;295;p38"/>
          <p:cNvCxnSpPr/>
          <p:nvPr/>
        </p:nvCxnSpPr>
        <p:spPr>
          <a:xfrm rot="10800000">
            <a:off x="7103270" y="1"/>
            <a:ext cx="0" cy="6857999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6" name="Google Shape;296;p38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591952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97" name="Google Shape;297;p38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8" name="Google Shape;298;p38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8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00" name="Google Shape;300;p38"/>
          <p:cNvSpPr txBox="1">
            <a:spLocks noGrp="1"/>
          </p:cNvSpPr>
          <p:nvPr>
            <p:ph type="body" idx="1"/>
          </p:nvPr>
        </p:nvSpPr>
        <p:spPr>
          <a:xfrm>
            <a:off x="1017610" y="1090800"/>
            <a:ext cx="5903999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38"/>
          <p:cNvSpPr txBox="1">
            <a:spLocks noGrp="1"/>
          </p:cNvSpPr>
          <p:nvPr>
            <p:ph type="body" idx="4"/>
          </p:nvPr>
        </p:nvSpPr>
        <p:spPr>
          <a:xfrm>
            <a:off x="1019176" y="3614400"/>
            <a:ext cx="5903999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 Compare: 2 Text – dark">
  <p:cSld name="5_Content Compare: 2 Text – dark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/>
          <p:nvPr/>
        </p:nvSpPr>
        <p:spPr>
          <a:xfrm>
            <a:off x="7102485" y="-1"/>
            <a:ext cx="5089511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9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4896823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5" name="Google Shape;305;p39"/>
          <p:cNvCxnSpPr/>
          <p:nvPr/>
        </p:nvCxnSpPr>
        <p:spPr>
          <a:xfrm rot="10800000">
            <a:off x="6096000" y="1"/>
            <a:ext cx="0" cy="6857999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6" name="Google Shape;306;p39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9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08" name="Google Shape;308;p39"/>
          <p:cNvSpPr txBox="1">
            <a:spLocks noGrp="1"/>
          </p:cNvSpPr>
          <p:nvPr>
            <p:ph type="body" idx="1"/>
          </p:nvPr>
        </p:nvSpPr>
        <p:spPr>
          <a:xfrm>
            <a:off x="1018800" y="1090800"/>
            <a:ext cx="4896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body" idx="2"/>
          </p:nvPr>
        </p:nvSpPr>
        <p:spPr>
          <a:xfrm>
            <a:off x="6275388" y="1089024"/>
            <a:ext cx="4896000" cy="468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 Compare: 2 Text + Photo/Graphic – dark">
  <p:cSld name="04_Content Compare: 2 Text + Photo/Graphic – dark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0"/>
          <p:cNvSpPr/>
          <p:nvPr/>
        </p:nvSpPr>
        <p:spPr>
          <a:xfrm>
            <a:off x="7102485" y="-1"/>
            <a:ext cx="5089511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40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13" name="Google Shape;313;p40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4" name="Google Shape;314;p40"/>
          <p:cNvSpPr>
            <a:spLocks noGrp="1"/>
          </p:cNvSpPr>
          <p:nvPr>
            <p:ph type="pic" idx="2"/>
          </p:nvPr>
        </p:nvSpPr>
        <p:spPr>
          <a:xfrm>
            <a:off x="1018384" y="1089025"/>
            <a:ext cx="4393266" cy="232377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40"/>
          <p:cNvSpPr>
            <a:spLocks noGrp="1"/>
          </p:cNvSpPr>
          <p:nvPr>
            <p:ph type="pic" idx="3"/>
          </p:nvPr>
        </p:nvSpPr>
        <p:spPr>
          <a:xfrm>
            <a:off x="6780352" y="1089025"/>
            <a:ext cx="4393266" cy="232377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40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40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18" name="Google Shape;318;p40"/>
          <p:cNvSpPr txBox="1">
            <a:spLocks noGrp="1"/>
          </p:cNvSpPr>
          <p:nvPr>
            <p:ph type="body" idx="1"/>
          </p:nvPr>
        </p:nvSpPr>
        <p:spPr>
          <a:xfrm>
            <a:off x="1018374" y="3614400"/>
            <a:ext cx="4393271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body" idx="4"/>
          </p:nvPr>
        </p:nvSpPr>
        <p:spPr>
          <a:xfrm>
            <a:off x="6778800" y="3614400"/>
            <a:ext cx="4392000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 Compare: 3 Text + Photo/Graphic – dark">
  <p:cSld name="04_Content Compare: 3 Text + Photo/Graphic – dark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/>
          <p:nvPr/>
        </p:nvSpPr>
        <p:spPr>
          <a:xfrm>
            <a:off x="7102485" y="-1"/>
            <a:ext cx="5089511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41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2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23" name="Google Shape;323;p41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4" name="Google Shape;324;p41"/>
          <p:cNvSpPr>
            <a:spLocks noGrp="1"/>
          </p:cNvSpPr>
          <p:nvPr>
            <p:ph type="pic" idx="2"/>
          </p:nvPr>
        </p:nvSpPr>
        <p:spPr>
          <a:xfrm>
            <a:off x="1018384" y="1089025"/>
            <a:ext cx="3087688" cy="232377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41"/>
          <p:cNvSpPr>
            <a:spLocks noGrp="1"/>
          </p:cNvSpPr>
          <p:nvPr>
            <p:ph type="pic" idx="3"/>
          </p:nvPr>
        </p:nvSpPr>
        <p:spPr>
          <a:xfrm>
            <a:off x="4551331" y="1089025"/>
            <a:ext cx="3087688" cy="232377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41"/>
          <p:cNvSpPr>
            <a:spLocks noGrp="1"/>
          </p:cNvSpPr>
          <p:nvPr>
            <p:ph type="pic" idx="4"/>
          </p:nvPr>
        </p:nvSpPr>
        <p:spPr>
          <a:xfrm>
            <a:off x="8073178" y="1089025"/>
            <a:ext cx="3087688" cy="232377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41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41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29" name="Google Shape;329;p41"/>
          <p:cNvSpPr txBox="1">
            <a:spLocks noGrp="1"/>
          </p:cNvSpPr>
          <p:nvPr>
            <p:ph type="body" idx="1"/>
          </p:nvPr>
        </p:nvSpPr>
        <p:spPr>
          <a:xfrm>
            <a:off x="1018375" y="3614400"/>
            <a:ext cx="3087696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41"/>
          <p:cNvSpPr txBox="1">
            <a:spLocks noGrp="1"/>
          </p:cNvSpPr>
          <p:nvPr>
            <p:ph type="body" idx="5"/>
          </p:nvPr>
        </p:nvSpPr>
        <p:spPr>
          <a:xfrm>
            <a:off x="4550400" y="3614400"/>
            <a:ext cx="3088800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body" idx="6"/>
          </p:nvPr>
        </p:nvSpPr>
        <p:spPr>
          <a:xfrm>
            <a:off x="8074800" y="3614399"/>
            <a:ext cx="3088800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: Timeline - dark">
  <p:cSld name="04_Content: Timeline - dark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42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4" name="Google Shape;334;p42"/>
          <p:cNvCxnSpPr/>
          <p:nvPr/>
        </p:nvCxnSpPr>
        <p:spPr>
          <a:xfrm>
            <a:off x="11934701" y="3194462"/>
            <a:ext cx="257299" cy="234538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5" name="Google Shape;335;p42"/>
          <p:cNvCxnSpPr/>
          <p:nvPr/>
        </p:nvCxnSpPr>
        <p:spPr>
          <a:xfrm rot="10800000" flipH="1">
            <a:off x="11934701" y="3429002"/>
            <a:ext cx="257299" cy="234536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6" name="Google Shape;336;p42"/>
          <p:cNvCxnSpPr/>
          <p:nvPr/>
        </p:nvCxnSpPr>
        <p:spPr>
          <a:xfrm>
            <a:off x="1019175" y="3194462"/>
            <a:ext cx="0" cy="469076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7" name="Google Shape;337;p42"/>
          <p:cNvCxnSpPr/>
          <p:nvPr/>
        </p:nvCxnSpPr>
        <p:spPr>
          <a:xfrm>
            <a:off x="3035300" y="3194462"/>
            <a:ext cx="0" cy="469076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8" name="Google Shape;338;p42"/>
          <p:cNvCxnSpPr/>
          <p:nvPr/>
        </p:nvCxnSpPr>
        <p:spPr>
          <a:xfrm>
            <a:off x="5087938" y="3194462"/>
            <a:ext cx="0" cy="469076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9" name="Google Shape;339;p42"/>
          <p:cNvCxnSpPr/>
          <p:nvPr/>
        </p:nvCxnSpPr>
        <p:spPr>
          <a:xfrm>
            <a:off x="7104063" y="3194462"/>
            <a:ext cx="0" cy="469076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0" name="Google Shape;340;p42"/>
          <p:cNvCxnSpPr/>
          <p:nvPr/>
        </p:nvCxnSpPr>
        <p:spPr>
          <a:xfrm>
            <a:off x="9156700" y="3194462"/>
            <a:ext cx="0" cy="469076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1" name="Google Shape;341;p42"/>
          <p:cNvSpPr txBox="1">
            <a:spLocks noGrp="1"/>
          </p:cNvSpPr>
          <p:nvPr>
            <p:ph type="body" idx="1"/>
          </p:nvPr>
        </p:nvSpPr>
        <p:spPr>
          <a:xfrm>
            <a:off x="2917918" y="2354838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body" idx="2"/>
          </p:nvPr>
        </p:nvSpPr>
        <p:spPr>
          <a:xfrm>
            <a:off x="4970556" y="3898076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body" idx="3"/>
          </p:nvPr>
        </p:nvSpPr>
        <p:spPr>
          <a:xfrm>
            <a:off x="6986680" y="2354838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4"/>
          </p:nvPr>
        </p:nvSpPr>
        <p:spPr>
          <a:xfrm>
            <a:off x="9039319" y="3884050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42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body" idx="5"/>
          </p:nvPr>
        </p:nvSpPr>
        <p:spPr>
          <a:xfrm>
            <a:off x="901793" y="3898076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42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2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Persons: 1 - dark">
  <p:cSld name="05_Persons: 1 - dark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0" name="Google Shape;350;p43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8025019" y="4329113"/>
            <a:ext cx="2468212" cy="593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2"/>
          </p:nvPr>
        </p:nvSpPr>
        <p:spPr>
          <a:xfrm>
            <a:off x="8025019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title"/>
          </p:nvPr>
        </p:nvSpPr>
        <p:spPr>
          <a:xfrm>
            <a:off x="1018800" y="180001"/>
            <a:ext cx="10153650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43"/>
          <p:cNvSpPr>
            <a:spLocks noGrp="1"/>
          </p:cNvSpPr>
          <p:nvPr>
            <p:ph type="pic" idx="3"/>
          </p:nvPr>
        </p:nvSpPr>
        <p:spPr>
          <a:xfrm>
            <a:off x="8025019" y="1390689"/>
            <a:ext cx="2876400" cy="28764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43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body" idx="4"/>
          </p:nvPr>
        </p:nvSpPr>
        <p:spPr>
          <a:xfrm>
            <a:off x="1019174" y="3614400"/>
            <a:ext cx="6084889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Persons: 2 - dark">
  <p:cSld name="05_Persons: 2 - dark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44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0" name="Google Shape;360;p44"/>
          <p:cNvSpPr txBox="1">
            <a:spLocks noGrp="1"/>
          </p:cNvSpPr>
          <p:nvPr>
            <p:ph type="title"/>
          </p:nvPr>
        </p:nvSpPr>
        <p:spPr>
          <a:xfrm>
            <a:off x="1018800" y="180001"/>
            <a:ext cx="10153650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44"/>
          <p:cNvSpPr txBox="1">
            <a:spLocks noGrp="1"/>
          </p:cNvSpPr>
          <p:nvPr>
            <p:ph type="body" idx="1"/>
          </p:nvPr>
        </p:nvSpPr>
        <p:spPr>
          <a:xfrm>
            <a:off x="8704613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 txBox="1">
            <a:spLocks noGrp="1"/>
          </p:cNvSpPr>
          <p:nvPr>
            <p:ph type="body" idx="2"/>
          </p:nvPr>
        </p:nvSpPr>
        <p:spPr>
          <a:xfrm>
            <a:off x="8704613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3" name="Google Shape;363;p44"/>
          <p:cNvSpPr txBox="1">
            <a:spLocks noGrp="1"/>
          </p:cNvSpPr>
          <p:nvPr>
            <p:ph type="body" idx="3"/>
          </p:nvPr>
        </p:nvSpPr>
        <p:spPr>
          <a:xfrm>
            <a:off x="6142676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4" name="Google Shape;364;p44"/>
          <p:cNvSpPr txBox="1">
            <a:spLocks noGrp="1"/>
          </p:cNvSpPr>
          <p:nvPr>
            <p:ph type="body" idx="4"/>
          </p:nvPr>
        </p:nvSpPr>
        <p:spPr>
          <a:xfrm>
            <a:off x="6142676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44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44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67" name="Google Shape;367;p44"/>
          <p:cNvSpPr txBox="1">
            <a:spLocks noGrp="1"/>
          </p:cNvSpPr>
          <p:nvPr>
            <p:ph type="body" idx="5"/>
          </p:nvPr>
        </p:nvSpPr>
        <p:spPr>
          <a:xfrm>
            <a:off x="1019174" y="3614400"/>
            <a:ext cx="4068763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44"/>
          <p:cNvSpPr>
            <a:spLocks noGrp="1"/>
          </p:cNvSpPr>
          <p:nvPr>
            <p:ph type="pic" idx="6"/>
          </p:nvPr>
        </p:nvSpPr>
        <p:spPr>
          <a:xfrm>
            <a:off x="6142676" y="2046072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44"/>
          <p:cNvSpPr>
            <a:spLocks noGrp="1"/>
          </p:cNvSpPr>
          <p:nvPr>
            <p:ph type="pic" idx="7"/>
          </p:nvPr>
        </p:nvSpPr>
        <p:spPr>
          <a:xfrm>
            <a:off x="8704613" y="2045488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Persons: 3 - dark">
  <p:cSld name="05_Persons: 3 - dark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1" name="Google Shape;371;p45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2" name="Google Shape;372;p45"/>
          <p:cNvSpPr txBox="1">
            <a:spLocks noGrp="1"/>
          </p:cNvSpPr>
          <p:nvPr>
            <p:ph type="title"/>
          </p:nvPr>
        </p:nvSpPr>
        <p:spPr>
          <a:xfrm>
            <a:off x="1018800" y="180001"/>
            <a:ext cx="10153650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45"/>
          <p:cNvSpPr txBox="1">
            <a:spLocks noGrp="1"/>
          </p:cNvSpPr>
          <p:nvPr>
            <p:ph type="body" idx="1"/>
          </p:nvPr>
        </p:nvSpPr>
        <p:spPr>
          <a:xfrm>
            <a:off x="8704613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45"/>
          <p:cNvSpPr txBox="1">
            <a:spLocks noGrp="1"/>
          </p:cNvSpPr>
          <p:nvPr>
            <p:ph type="body" idx="2"/>
          </p:nvPr>
        </p:nvSpPr>
        <p:spPr>
          <a:xfrm>
            <a:off x="8704613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45"/>
          <p:cNvSpPr txBox="1">
            <a:spLocks noGrp="1"/>
          </p:cNvSpPr>
          <p:nvPr>
            <p:ph type="body" idx="3"/>
          </p:nvPr>
        </p:nvSpPr>
        <p:spPr>
          <a:xfrm>
            <a:off x="6142676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body" idx="4"/>
          </p:nvPr>
        </p:nvSpPr>
        <p:spPr>
          <a:xfrm>
            <a:off x="6142676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7" name="Google Shape;377;p45"/>
          <p:cNvSpPr txBox="1">
            <a:spLocks noGrp="1"/>
          </p:cNvSpPr>
          <p:nvPr>
            <p:ph type="body" idx="5"/>
          </p:nvPr>
        </p:nvSpPr>
        <p:spPr>
          <a:xfrm>
            <a:off x="3580738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45"/>
          <p:cNvSpPr txBox="1">
            <a:spLocks noGrp="1"/>
          </p:cNvSpPr>
          <p:nvPr>
            <p:ph type="body" idx="6"/>
          </p:nvPr>
        </p:nvSpPr>
        <p:spPr>
          <a:xfrm>
            <a:off x="3580738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9" name="Google Shape;379;p45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45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body" idx="7"/>
          </p:nvPr>
        </p:nvSpPr>
        <p:spPr>
          <a:xfrm>
            <a:off x="1019174" y="3614400"/>
            <a:ext cx="2016125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45"/>
          <p:cNvSpPr>
            <a:spLocks noGrp="1"/>
          </p:cNvSpPr>
          <p:nvPr>
            <p:ph type="pic" idx="8"/>
          </p:nvPr>
        </p:nvSpPr>
        <p:spPr>
          <a:xfrm>
            <a:off x="6142676" y="2046072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45"/>
          <p:cNvSpPr>
            <a:spLocks noGrp="1"/>
          </p:cNvSpPr>
          <p:nvPr>
            <p:ph type="pic" idx="9"/>
          </p:nvPr>
        </p:nvSpPr>
        <p:spPr>
          <a:xfrm>
            <a:off x="8704613" y="2045488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45"/>
          <p:cNvSpPr>
            <a:spLocks noGrp="1"/>
          </p:cNvSpPr>
          <p:nvPr>
            <p:ph type="pic" idx="13"/>
          </p:nvPr>
        </p:nvSpPr>
        <p:spPr>
          <a:xfrm>
            <a:off x="3580738" y="2045488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Persons: 4 - dark">
  <p:cSld name="05_Persons: 4 - dark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6" name="Google Shape;386;p46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7" name="Google Shape;387;p46"/>
          <p:cNvSpPr txBox="1">
            <a:spLocks noGrp="1"/>
          </p:cNvSpPr>
          <p:nvPr>
            <p:ph type="body" idx="1"/>
          </p:nvPr>
        </p:nvSpPr>
        <p:spPr>
          <a:xfrm>
            <a:off x="8704613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p46"/>
          <p:cNvSpPr txBox="1">
            <a:spLocks noGrp="1"/>
          </p:cNvSpPr>
          <p:nvPr>
            <p:ph type="body" idx="2"/>
          </p:nvPr>
        </p:nvSpPr>
        <p:spPr>
          <a:xfrm>
            <a:off x="8704613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9" name="Google Shape;389;p46"/>
          <p:cNvSpPr txBox="1">
            <a:spLocks noGrp="1"/>
          </p:cNvSpPr>
          <p:nvPr>
            <p:ph type="body" idx="3"/>
          </p:nvPr>
        </p:nvSpPr>
        <p:spPr>
          <a:xfrm>
            <a:off x="6142676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0" name="Google Shape;390;p46"/>
          <p:cNvSpPr txBox="1">
            <a:spLocks noGrp="1"/>
          </p:cNvSpPr>
          <p:nvPr>
            <p:ph type="body" idx="4"/>
          </p:nvPr>
        </p:nvSpPr>
        <p:spPr>
          <a:xfrm>
            <a:off x="6142676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46"/>
          <p:cNvSpPr txBox="1">
            <a:spLocks noGrp="1"/>
          </p:cNvSpPr>
          <p:nvPr>
            <p:ph type="body" idx="5"/>
          </p:nvPr>
        </p:nvSpPr>
        <p:spPr>
          <a:xfrm>
            <a:off x="3580738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2" name="Google Shape;392;p46"/>
          <p:cNvSpPr txBox="1">
            <a:spLocks noGrp="1"/>
          </p:cNvSpPr>
          <p:nvPr>
            <p:ph type="body" idx="6"/>
          </p:nvPr>
        </p:nvSpPr>
        <p:spPr>
          <a:xfrm>
            <a:off x="3580738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3" name="Google Shape;393;p46"/>
          <p:cNvSpPr txBox="1">
            <a:spLocks noGrp="1"/>
          </p:cNvSpPr>
          <p:nvPr>
            <p:ph type="body" idx="7"/>
          </p:nvPr>
        </p:nvSpPr>
        <p:spPr>
          <a:xfrm>
            <a:off x="1018800" y="4317239"/>
            <a:ext cx="2468212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4" name="Google Shape;394;p46"/>
          <p:cNvSpPr txBox="1">
            <a:spLocks noGrp="1"/>
          </p:cNvSpPr>
          <p:nvPr>
            <p:ph type="body" idx="8"/>
          </p:nvPr>
        </p:nvSpPr>
        <p:spPr>
          <a:xfrm>
            <a:off x="1018800" y="4946631"/>
            <a:ext cx="2468212" cy="82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5" name="Google Shape;395;p46"/>
          <p:cNvSpPr txBox="1">
            <a:spLocks noGrp="1"/>
          </p:cNvSpPr>
          <p:nvPr>
            <p:ph type="title"/>
          </p:nvPr>
        </p:nvSpPr>
        <p:spPr>
          <a:xfrm>
            <a:off x="1018800" y="180001"/>
            <a:ext cx="10153650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46"/>
          <p:cNvSpPr>
            <a:spLocks noGrp="1"/>
          </p:cNvSpPr>
          <p:nvPr>
            <p:ph type="pic" idx="9"/>
          </p:nvPr>
        </p:nvSpPr>
        <p:spPr>
          <a:xfrm>
            <a:off x="6142676" y="2046072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46"/>
          <p:cNvSpPr>
            <a:spLocks noGrp="1"/>
          </p:cNvSpPr>
          <p:nvPr>
            <p:ph type="pic" idx="13"/>
          </p:nvPr>
        </p:nvSpPr>
        <p:spPr>
          <a:xfrm>
            <a:off x="8704613" y="2045488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p46"/>
          <p:cNvSpPr>
            <a:spLocks noGrp="1"/>
          </p:cNvSpPr>
          <p:nvPr>
            <p:ph type="pic" idx="14"/>
          </p:nvPr>
        </p:nvSpPr>
        <p:spPr>
          <a:xfrm>
            <a:off x="3580738" y="2045488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46"/>
          <p:cNvSpPr>
            <a:spLocks noGrp="1"/>
          </p:cNvSpPr>
          <p:nvPr>
            <p:ph type="pic" idx="15"/>
          </p:nvPr>
        </p:nvSpPr>
        <p:spPr>
          <a:xfrm>
            <a:off x="1018800" y="2045488"/>
            <a:ext cx="2196000" cy="21960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6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46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Closing: Contact – dark">
  <p:cSld name="06_Closing: Contact – dark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"/>
          <p:cNvSpPr txBox="1">
            <a:spLocks noGrp="1"/>
          </p:cNvSpPr>
          <p:nvPr>
            <p:ph type="title"/>
          </p:nvPr>
        </p:nvSpPr>
        <p:spPr>
          <a:xfrm>
            <a:off x="1018800" y="180000"/>
            <a:ext cx="10154025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47"/>
          <p:cNvSpPr txBox="1">
            <a:spLocks noGrp="1"/>
          </p:cNvSpPr>
          <p:nvPr>
            <p:ph type="body" idx="1"/>
          </p:nvPr>
        </p:nvSpPr>
        <p:spPr>
          <a:xfrm>
            <a:off x="4103637" y="3614400"/>
            <a:ext cx="3476274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47"/>
          <p:cNvSpPr txBox="1">
            <a:spLocks noGrp="1"/>
          </p:cNvSpPr>
          <p:nvPr>
            <p:ph type="body" idx="2"/>
          </p:nvPr>
        </p:nvSpPr>
        <p:spPr>
          <a:xfrm>
            <a:off x="4103637" y="2045490"/>
            <a:ext cx="5528913" cy="60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6" name="Google Shape;406;p47"/>
          <p:cNvSpPr txBox="1">
            <a:spLocks noGrp="1"/>
          </p:cNvSpPr>
          <p:nvPr>
            <p:ph type="body" idx="3"/>
          </p:nvPr>
        </p:nvSpPr>
        <p:spPr>
          <a:xfrm>
            <a:off x="4103638" y="2674882"/>
            <a:ext cx="5528912" cy="574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−"/>
              <a:defRPr sz="1600" b="0" i="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07" name="Google Shape;407;p47"/>
          <p:cNvCxnSpPr/>
          <p:nvPr/>
        </p:nvCxnSpPr>
        <p:spPr>
          <a:xfrm rot="10800000">
            <a:off x="1" y="3429000"/>
            <a:ext cx="12191999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8" name="Google Shape;408;p47"/>
          <p:cNvSpPr>
            <a:spLocks noGrp="1"/>
          </p:cNvSpPr>
          <p:nvPr>
            <p:ph type="pic" idx="4"/>
          </p:nvPr>
        </p:nvSpPr>
        <p:spPr>
          <a:xfrm>
            <a:off x="1059689" y="1390689"/>
            <a:ext cx="2876400" cy="28764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47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47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11" name="Google Shape;411;p47"/>
          <p:cNvSpPr txBox="1">
            <a:spLocks noGrp="1"/>
          </p:cNvSpPr>
          <p:nvPr>
            <p:ph type="body" idx="5"/>
          </p:nvPr>
        </p:nvSpPr>
        <p:spPr>
          <a:xfrm>
            <a:off x="7996350" y="4482000"/>
            <a:ext cx="32724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ExtraBold"/>
              <a:buNone/>
              <a:defRPr sz="4800" b="1" i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55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−"/>
              <a:defRPr/>
            </a:lvl2pPr>
            <a:lvl3pPr marL="1371600" lvl="2" indent="-355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−"/>
              <a:defRPr/>
            </a:lvl3pPr>
            <a:lvl4pPr marL="1828800" lvl="3" indent="-355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−"/>
              <a:defRPr/>
            </a:lvl4pPr>
            <a:lvl5pPr marL="2286000" lvl="4" indent="-355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Closing: Summary Text - dark">
  <p:cSld name="06_Closing: Summary Text - dark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48"/>
          <p:cNvSpPr txBox="1">
            <a:spLocks noGrp="1"/>
          </p:cNvSpPr>
          <p:nvPr>
            <p:ph type="body" idx="1"/>
          </p:nvPr>
        </p:nvSpPr>
        <p:spPr>
          <a:xfrm>
            <a:off x="1019175" y="1090800"/>
            <a:ext cx="10153649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Closing: Summary Text + Miniature Slides - dark">
  <p:cSld name="06_Closing: Summary Text + Miniature Slides - dark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9"/>
          <p:cNvSpPr txBox="1">
            <a:spLocks noGrp="1"/>
          </p:cNvSpPr>
          <p:nvPr>
            <p:ph type="title"/>
          </p:nvPr>
        </p:nvSpPr>
        <p:spPr>
          <a:xfrm>
            <a:off x="1019174" y="180000"/>
            <a:ext cx="590488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49"/>
          <p:cNvSpPr>
            <a:spLocks noGrp="1"/>
          </p:cNvSpPr>
          <p:nvPr>
            <p:ph type="pic" idx="2"/>
          </p:nvPr>
        </p:nvSpPr>
        <p:spPr>
          <a:xfrm>
            <a:off x="7336423" y="1089025"/>
            <a:ext cx="3836777" cy="2156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8" name="Google Shape;418;p49"/>
          <p:cNvSpPr>
            <a:spLocks noGrp="1"/>
          </p:cNvSpPr>
          <p:nvPr>
            <p:ph type="pic" idx="3"/>
          </p:nvPr>
        </p:nvSpPr>
        <p:spPr>
          <a:xfrm>
            <a:off x="7336423" y="3614400"/>
            <a:ext cx="3836777" cy="2156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49"/>
          <p:cNvSpPr txBox="1">
            <a:spLocks noGrp="1"/>
          </p:cNvSpPr>
          <p:nvPr>
            <p:ph type="body" idx="1"/>
          </p:nvPr>
        </p:nvSpPr>
        <p:spPr>
          <a:xfrm>
            <a:off x="1018799" y="1090800"/>
            <a:ext cx="5905259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0" name="Google Shape;420;p49"/>
          <p:cNvSpPr txBox="1">
            <a:spLocks noGrp="1"/>
          </p:cNvSpPr>
          <p:nvPr>
            <p:ph type="body" idx="4"/>
          </p:nvPr>
        </p:nvSpPr>
        <p:spPr>
          <a:xfrm>
            <a:off x="1019175" y="3614400"/>
            <a:ext cx="5904883" cy="2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−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Closing: Summary Miniature Slides - dark">
  <p:cSld name="06_Closing: Summary Miniature Slides - dark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6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50"/>
          <p:cNvSpPr>
            <a:spLocks noGrp="1"/>
          </p:cNvSpPr>
          <p:nvPr>
            <p:ph type="pic" idx="2"/>
          </p:nvPr>
        </p:nvSpPr>
        <p:spPr>
          <a:xfrm>
            <a:off x="1019175" y="1089025"/>
            <a:ext cx="3171319" cy="178679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50"/>
          <p:cNvSpPr>
            <a:spLocks noGrp="1"/>
          </p:cNvSpPr>
          <p:nvPr>
            <p:ph type="pic" idx="3"/>
          </p:nvPr>
        </p:nvSpPr>
        <p:spPr>
          <a:xfrm>
            <a:off x="1019175" y="3273065"/>
            <a:ext cx="3171319" cy="178679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50"/>
          <p:cNvSpPr>
            <a:spLocks noGrp="1"/>
          </p:cNvSpPr>
          <p:nvPr>
            <p:ph type="pic" idx="4"/>
          </p:nvPr>
        </p:nvSpPr>
        <p:spPr>
          <a:xfrm>
            <a:off x="4510340" y="1089025"/>
            <a:ext cx="3171319" cy="178679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p50"/>
          <p:cNvSpPr>
            <a:spLocks noGrp="1"/>
          </p:cNvSpPr>
          <p:nvPr>
            <p:ph type="pic" idx="5"/>
          </p:nvPr>
        </p:nvSpPr>
        <p:spPr>
          <a:xfrm>
            <a:off x="4510340" y="3273065"/>
            <a:ext cx="3171319" cy="178679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50"/>
          <p:cNvSpPr>
            <a:spLocks noGrp="1"/>
          </p:cNvSpPr>
          <p:nvPr>
            <p:ph type="pic" idx="6"/>
          </p:nvPr>
        </p:nvSpPr>
        <p:spPr>
          <a:xfrm>
            <a:off x="8001506" y="1089025"/>
            <a:ext cx="3171319" cy="178679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50"/>
          <p:cNvSpPr>
            <a:spLocks noGrp="1"/>
          </p:cNvSpPr>
          <p:nvPr>
            <p:ph type="pic" idx="7"/>
          </p:nvPr>
        </p:nvSpPr>
        <p:spPr>
          <a:xfrm>
            <a:off x="8001506" y="3273065"/>
            <a:ext cx="3171319" cy="178679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 rot="-5400000">
            <a:off x="97719" y="1343025"/>
            <a:ext cx="10191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8B8B8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439712" y="180000"/>
            <a:ext cx="2147142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1019174" y="1089025"/>
            <a:ext cx="10153275" cy="467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1018800" y="180001"/>
            <a:ext cx="10153650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pos="7038">
          <p15:clr>
            <a:srgbClr val="F26B43"/>
          </p15:clr>
        </p15:guide>
        <p15:guide id="3" pos="1912">
          <p15:clr>
            <a:srgbClr val="F26B43"/>
          </p15:clr>
        </p15:guide>
        <p15:guide id="4" pos="3205">
          <p15:clr>
            <a:srgbClr val="F26B43"/>
          </p15:clr>
        </p15:guide>
        <p15:guide id="5" pos="5768">
          <p15:clr>
            <a:srgbClr val="F26B43"/>
          </p15:clr>
        </p15:guide>
        <p15:guide id="6" pos="4475">
          <p15:clr>
            <a:srgbClr val="F26B43"/>
          </p15:clr>
        </p15:guide>
        <p15:guide id="7" orient="horz" pos="3634">
          <p15:clr>
            <a:srgbClr val="F26B43"/>
          </p15:clr>
        </p15:guide>
        <p15:guide id="8" orient="horz" pos="686">
          <p15:clr>
            <a:srgbClr val="F26B43"/>
          </p15:clr>
        </p15:guide>
        <p15:guide id="9" pos="3840">
          <p15:clr>
            <a:srgbClr val="F26B43"/>
          </p15:clr>
        </p15:guide>
        <p15:guide id="10" pos="7446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4201">
          <p15:clr>
            <a:srgbClr val="F26B43"/>
          </p15:clr>
        </p15:guide>
        <p15:guide id="13" orient="horz" pos="2273">
          <p15:clr>
            <a:srgbClr val="F26B43"/>
          </p15:clr>
        </p15:guide>
        <p15:guide id="14" orient="horz" pos="2047">
          <p15:clr>
            <a:srgbClr val="F26B43"/>
          </p15:clr>
        </p15:guide>
        <p15:guide id="15" pos="3953">
          <p15:clr>
            <a:srgbClr val="F26B43"/>
          </p15:clr>
        </p15:guide>
        <p15:guide id="16" pos="3727">
          <p15:clr>
            <a:srgbClr val="F26B43"/>
          </p15:clr>
        </p15:guide>
        <p15:guide id="17" orient="horz" pos="392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/>
        </p:nvSpPr>
        <p:spPr>
          <a:xfrm rot="-5400000">
            <a:off x="97719" y="1343025"/>
            <a:ext cx="10191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>
              <a:solidFill>
                <a:srgbClr val="8B8B8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1" name="Google Shape;221;p26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688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22" name="Google Shape;222;p26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439712" y="180000"/>
            <a:ext cx="2147142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>
            <a:spLocks noGrp="1"/>
          </p:cNvSpPr>
          <p:nvPr>
            <p:ph type="body" idx="1"/>
          </p:nvPr>
        </p:nvSpPr>
        <p:spPr>
          <a:xfrm>
            <a:off x="1019174" y="1089025"/>
            <a:ext cx="10153275" cy="467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−"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−"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−"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−"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4" name="Google Shape;224;p26"/>
          <p:cNvSpPr txBox="1">
            <a:spLocks noGrp="1"/>
          </p:cNvSpPr>
          <p:nvPr>
            <p:ph type="title"/>
          </p:nvPr>
        </p:nvSpPr>
        <p:spPr>
          <a:xfrm>
            <a:off x="1018800" y="180001"/>
            <a:ext cx="10153650" cy="53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 b="1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5" name="Google Shape;225;p26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pos="7038">
          <p15:clr>
            <a:srgbClr val="F26B43"/>
          </p15:clr>
        </p15:guide>
        <p15:guide id="3" pos="1912">
          <p15:clr>
            <a:srgbClr val="F26B43"/>
          </p15:clr>
        </p15:guide>
        <p15:guide id="4" pos="3205">
          <p15:clr>
            <a:srgbClr val="F26B43"/>
          </p15:clr>
        </p15:guide>
        <p15:guide id="5" pos="5768">
          <p15:clr>
            <a:srgbClr val="F26B43"/>
          </p15:clr>
        </p15:guide>
        <p15:guide id="6" pos="4475">
          <p15:clr>
            <a:srgbClr val="F26B43"/>
          </p15:clr>
        </p15:guide>
        <p15:guide id="7" orient="horz" pos="3634">
          <p15:clr>
            <a:srgbClr val="F26B43"/>
          </p15:clr>
        </p15:guide>
        <p15:guide id="8" orient="horz" pos="686">
          <p15:clr>
            <a:srgbClr val="F26B43"/>
          </p15:clr>
        </p15:guide>
        <p15:guide id="9" pos="3840">
          <p15:clr>
            <a:srgbClr val="F26B43"/>
          </p15:clr>
        </p15:guide>
        <p15:guide id="10" pos="7446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4201">
          <p15:clr>
            <a:srgbClr val="F26B43"/>
          </p15:clr>
        </p15:guide>
        <p15:guide id="13" orient="horz" pos="2273">
          <p15:clr>
            <a:srgbClr val="F26B43"/>
          </p15:clr>
        </p15:guide>
        <p15:guide id="14" orient="horz" pos="2047">
          <p15:clr>
            <a:srgbClr val="F26B43"/>
          </p15:clr>
        </p15:guide>
        <p15:guide id="15" pos="3953">
          <p15:clr>
            <a:srgbClr val="F26B43"/>
          </p15:clr>
        </p15:guide>
        <p15:guide id="16" pos="3727">
          <p15:clr>
            <a:srgbClr val="F26B43"/>
          </p15:clr>
        </p15:guide>
        <p15:guide id="17" orient="horz" pos="392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ouya13/csaw2025_ESC_solutions/tree/main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>
            <a:spLocks noGrp="1"/>
          </p:cNvSpPr>
          <p:nvPr>
            <p:ph type="title"/>
          </p:nvPr>
        </p:nvSpPr>
        <p:spPr>
          <a:xfrm>
            <a:off x="1018800" y="1090800"/>
            <a:ext cx="9059100" cy="3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</a:pPr>
            <a:r>
              <a:rPr lang="de-DE"/>
              <a:t>Solving CSAW'25 ESC Challenges</a:t>
            </a:r>
            <a:endParaRPr/>
          </a:p>
        </p:txBody>
      </p:sp>
      <p:sp>
        <p:nvSpPr>
          <p:cNvPr id="434" name="Google Shape;434;p51"/>
          <p:cNvSpPr txBox="1">
            <a:spLocks noGrp="1"/>
          </p:cNvSpPr>
          <p:nvPr>
            <p:ph type="body" idx="2"/>
          </p:nvPr>
        </p:nvSpPr>
        <p:spPr>
          <a:xfrm>
            <a:off x="1018799" y="5768975"/>
            <a:ext cx="9058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612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Pouya Narimani, Kseniia Rogova, Ali Abbasi​ | November 2025</a:t>
            </a:r>
            <a:endParaRPr/>
          </a:p>
        </p:txBody>
      </p:sp>
      <p:sp>
        <p:nvSpPr>
          <p:cNvPr id="435" name="Google Shape;435;p51"/>
          <p:cNvSpPr txBox="1">
            <a:spLocks noGrp="1"/>
          </p:cNvSpPr>
          <p:nvPr>
            <p:ph type="body" idx="1"/>
          </p:nvPr>
        </p:nvSpPr>
        <p:spPr>
          <a:xfrm>
            <a:off x="1019174" y="4597200"/>
            <a:ext cx="90588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612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/>
              <a:t>Meowginal Leaks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"/>
          <p:cNvSpPr txBox="1">
            <a:spLocks noGrp="1"/>
          </p:cNvSpPr>
          <p:nvPr>
            <p:ph type="body" idx="1"/>
          </p:nvPr>
        </p:nvSpPr>
        <p:spPr>
          <a:xfrm>
            <a:off x="5267938" y="1090799"/>
            <a:ext cx="59049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de-DE" b="1"/>
              <a:t>GateKeeper 1 &amp; 2</a:t>
            </a:r>
            <a:endParaRPr b="1"/>
          </a:p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de-DE" b="1">
                <a:solidFill>
                  <a:schemeClr val="dk2"/>
                </a:solidFill>
              </a:rPr>
              <a:t>Sorters Song 1 &amp; 2 </a:t>
            </a:r>
            <a:endParaRPr b="1">
              <a:solidFill>
                <a:schemeClr val="dk2"/>
              </a:solidFill>
            </a:endParaRPr>
          </a:p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de-DE" b="1">
                <a:solidFill>
                  <a:schemeClr val="dk2"/>
                </a:solidFill>
              </a:rPr>
              <a:t>Critical Calculation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448" name="Google Shape;448;p53"/>
          <p:cNvSpPr txBox="1">
            <a:spLocks noGrp="1"/>
          </p:cNvSpPr>
          <p:nvPr>
            <p:ph type="body" idx="2"/>
          </p:nvPr>
        </p:nvSpPr>
        <p:spPr>
          <a:xfrm>
            <a:off x="1028910" y="1090800"/>
            <a:ext cx="3879000" cy="2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de-DE"/>
              <a:t>Set 1</a:t>
            </a:r>
            <a:endParaRPr/>
          </a:p>
        </p:txBody>
      </p:sp>
      <p:sp>
        <p:nvSpPr>
          <p:cNvPr id="449" name="Google Shape;449;p53"/>
          <p:cNvSpPr txBox="1"/>
          <p:nvPr/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/>
              <a:t>GateKeeper 1 &amp; 2</a:t>
            </a:r>
            <a:endParaRPr/>
          </a:p>
        </p:txBody>
      </p:sp>
      <p:sp>
        <p:nvSpPr>
          <p:cNvPr id="455" name="Google Shape;455;p54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456" name="Google Shape;456;p54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  <p:sp>
        <p:nvSpPr>
          <p:cNvPr id="457" name="Google Shape;457;p54"/>
          <p:cNvSpPr txBox="1">
            <a:spLocks noGrp="1"/>
          </p:cNvSpPr>
          <p:nvPr>
            <p:ph type="body" idx="1"/>
          </p:nvPr>
        </p:nvSpPr>
        <p:spPr>
          <a:xfrm>
            <a:off x="695419" y="1090800"/>
            <a:ext cx="10152000" cy="255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Challenge: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Two passwords (8 and 12 characters) to be recovered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password verification loop has </a:t>
            </a:r>
            <a:r>
              <a:rPr lang="en-US" dirty="0">
                <a:solidFill>
                  <a:schemeClr val="accent2"/>
                </a:solidFill>
              </a:rPr>
              <a:t>input-dependent execution time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Adaptive delay based on the index of the character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Timing from the OS wasn’t accurate</a:t>
            </a:r>
          </a:p>
        </p:txBody>
      </p:sp>
      <p:pic>
        <p:nvPicPr>
          <p:cNvPr id="3" name="Picture 2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BCB03E25-CD34-4698-93C3-765BA97DF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553" y="3646630"/>
            <a:ext cx="6574493" cy="26254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5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 dirty="0" err="1"/>
              <a:t>GateKeeper</a:t>
            </a:r>
            <a:r>
              <a:rPr lang="de-DE" dirty="0"/>
              <a:t> 1 &amp; 2</a:t>
            </a:r>
            <a:endParaRPr dirty="0"/>
          </a:p>
        </p:txBody>
      </p:sp>
      <p:sp>
        <p:nvSpPr>
          <p:cNvPr id="463" name="Google Shape;463;p55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Meowginal</a:t>
            </a:r>
            <a:r>
              <a:rPr lang="de-DE" dirty="0"/>
              <a:t> Leaks | CSAW’25 ESC</a:t>
            </a:r>
            <a:endParaRPr dirty="0"/>
          </a:p>
        </p:txBody>
      </p:sp>
      <p:sp>
        <p:nvSpPr>
          <p:cNvPr id="464" name="Google Shape;464;p55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  <p:sp>
        <p:nvSpPr>
          <p:cNvPr id="465" name="Google Shape;465;p55"/>
          <p:cNvSpPr txBox="1">
            <a:spLocks noGrp="1"/>
          </p:cNvSpPr>
          <p:nvPr>
            <p:ph type="body" idx="1"/>
          </p:nvPr>
        </p:nvSpPr>
        <p:spPr>
          <a:xfrm>
            <a:off x="684263" y="1090800"/>
            <a:ext cx="7389217" cy="431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Test setup: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dirty="0"/>
              <a:t>We use an Arduino Uno to capture the trigger window (</a:t>
            </a:r>
            <a:r>
              <a:rPr lang="en-US" sz="1800" i="1" dirty="0" err="1"/>
              <a:t>trigger_high</a:t>
            </a:r>
            <a:r>
              <a:rPr lang="en-US" sz="1800" dirty="0"/>
              <a:t> to </a:t>
            </a:r>
            <a:r>
              <a:rPr lang="en-US" sz="1800" i="1" dirty="0" err="1"/>
              <a:t>trigger_low</a:t>
            </a:r>
            <a:r>
              <a:rPr lang="en-US" sz="1800" dirty="0"/>
              <a:t> from GPIO4)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Approach: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dirty="0"/>
              <a:t>Compute adaptive</a:t>
            </a:r>
            <a:r>
              <a:rPr lang="en-US" sz="1800" dirty="0">
                <a:solidFill>
                  <a:schemeClr val="accent2"/>
                </a:solidFill>
              </a:rPr>
              <a:t> timing thresholds</a:t>
            </a:r>
            <a:r>
              <a:rPr lang="en-US" sz="1800" dirty="0"/>
              <a:t> for each character position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dirty="0"/>
              <a:t>Test possible characters and measure execution time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dirty="0"/>
              <a:t>If timing </a:t>
            </a:r>
            <a:r>
              <a:rPr lang="en-US" sz="1800" dirty="0">
                <a:solidFill>
                  <a:schemeClr val="accent2"/>
                </a:solidFill>
              </a:rPr>
              <a:t>exceeds the threshold</a:t>
            </a:r>
            <a:r>
              <a:rPr lang="en-US" sz="1800" dirty="0"/>
              <a:t> → mark the character as </a:t>
            </a:r>
            <a:r>
              <a:rPr lang="en-US" sz="1800" dirty="0">
                <a:solidFill>
                  <a:schemeClr val="accent2"/>
                </a:solidFill>
              </a:rPr>
              <a:t>correct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dirty="0"/>
              <a:t>Repeat the process until the full password is recovered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en-US" sz="1800" dirty="0"/>
          </a:p>
        </p:txBody>
      </p:sp>
      <p:pic>
        <p:nvPicPr>
          <p:cNvPr id="466" name="Google Shape;466;p55" title="img6.jpg"/>
          <p:cNvPicPr preferRelativeResize="0"/>
          <p:nvPr/>
        </p:nvPicPr>
        <p:blipFill rotWithShape="1">
          <a:blip r:embed="rId3">
            <a:alphaModFix/>
          </a:blip>
          <a:srcRect l="12533" t="11658" r="33464" b="16466"/>
          <a:stretch/>
        </p:blipFill>
        <p:spPr>
          <a:xfrm>
            <a:off x="8481060" y="1090800"/>
            <a:ext cx="3403725" cy="3398049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483;p57">
            <a:extLst>
              <a:ext uri="{FF2B5EF4-FFF2-40B4-BE49-F238E27FC236}">
                <a16:creationId xmlns:a16="http://schemas.microsoft.com/office/drawing/2014/main" id="{B873A30B-65EF-F80B-DD27-828E74394C99}"/>
              </a:ext>
            </a:extLst>
          </p:cNvPr>
          <p:cNvSpPr txBox="1">
            <a:spLocks/>
          </p:cNvSpPr>
          <p:nvPr/>
        </p:nvSpPr>
        <p:spPr>
          <a:xfrm>
            <a:off x="6544215" y="5403951"/>
            <a:ext cx="5513970" cy="12740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143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2"/>
                </a:solidFill>
              </a:rPr>
              <a:t>gk1{l0g1npwn}</a:t>
            </a:r>
            <a:r>
              <a:rPr lang="en-US" dirty="0"/>
              <a:t> → 511 queries (&lt; 45 s)</a:t>
            </a:r>
          </a:p>
          <a:p>
            <a:pPr marL="1143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2"/>
                </a:solidFill>
              </a:rPr>
              <a:t>gk2{7rU3ncrYkIND}</a:t>
            </a:r>
            <a:r>
              <a:rPr lang="en-US" dirty="0"/>
              <a:t> → 671 queries (&lt; 37 s)</a:t>
            </a:r>
            <a:endParaRPr lang="en-US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8"/>
          <p:cNvSpPr txBox="1">
            <a:spLocks noGrp="1"/>
          </p:cNvSpPr>
          <p:nvPr>
            <p:ph type="body" idx="1"/>
          </p:nvPr>
        </p:nvSpPr>
        <p:spPr>
          <a:xfrm>
            <a:off x="5267938" y="1090799"/>
            <a:ext cx="59049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de-DE" b="1">
                <a:solidFill>
                  <a:schemeClr val="dk2"/>
                </a:solidFill>
              </a:rPr>
              <a:t>GateKeeper 1 &amp; 2</a:t>
            </a:r>
            <a:endParaRPr b="1">
              <a:solidFill>
                <a:schemeClr val="dk2"/>
              </a:solidFill>
            </a:endParaRPr>
          </a:p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de-DE" b="1"/>
              <a:t>Sorters Song 1 &amp; 2 </a:t>
            </a:r>
            <a:endParaRPr b="1"/>
          </a:p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de-DE" b="1">
                <a:solidFill>
                  <a:schemeClr val="dk2"/>
                </a:solidFill>
              </a:rPr>
              <a:t>Critical Calculation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489" name="Google Shape;489;p58"/>
          <p:cNvSpPr txBox="1">
            <a:spLocks noGrp="1"/>
          </p:cNvSpPr>
          <p:nvPr>
            <p:ph type="body" idx="2"/>
          </p:nvPr>
        </p:nvSpPr>
        <p:spPr>
          <a:xfrm>
            <a:off x="1028910" y="1090800"/>
            <a:ext cx="3879000" cy="2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de-DE"/>
              <a:t>Set 1</a:t>
            </a:r>
            <a:endParaRPr/>
          </a:p>
        </p:txBody>
      </p:sp>
      <p:sp>
        <p:nvSpPr>
          <p:cNvPr id="490" name="Google Shape;490;p58"/>
          <p:cNvSpPr txBox="1"/>
          <p:nvPr/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9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/>
              <a:t>Sorters Song 1 &amp; 2</a:t>
            </a:r>
            <a:endParaRPr/>
          </a:p>
        </p:txBody>
      </p:sp>
      <p:sp>
        <p:nvSpPr>
          <p:cNvPr id="496" name="Google Shape;496;p59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497" name="Google Shape;497;p59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</a:t>
            </a:fld>
            <a:endParaRPr/>
          </a:p>
        </p:txBody>
      </p:sp>
      <p:sp>
        <p:nvSpPr>
          <p:cNvPr id="498" name="Google Shape;498;p59"/>
          <p:cNvSpPr txBox="1">
            <a:spLocks noGrp="1"/>
          </p:cNvSpPr>
          <p:nvPr>
            <p:ph type="body" idx="1"/>
          </p:nvPr>
        </p:nvSpPr>
        <p:spPr>
          <a:xfrm>
            <a:off x="740024" y="1090800"/>
            <a:ext cx="6943165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Challenge: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Two secret 15-byte arrays (with 8-bit and 16-bit values) to be recovered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Secret arrays are stored and sorted by the target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sorting function </a:t>
            </a:r>
            <a:r>
              <a:rPr lang="en-US" dirty="0">
                <a:solidFill>
                  <a:schemeClr val="accent2"/>
                </a:solidFill>
              </a:rPr>
              <a:t>leaks power patterns </a:t>
            </a:r>
            <a:r>
              <a:rPr lang="en-US" dirty="0"/>
              <a:t>per element comparison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attacker can control copied elements (</a:t>
            </a:r>
            <a:r>
              <a:rPr lang="en-US" dirty="0" err="1"/>
              <a:t>get_pt</a:t>
            </a:r>
            <a:r>
              <a:rPr lang="en-US" dirty="0"/>
              <a:t>) and trigger sort calls</a:t>
            </a:r>
          </a:p>
        </p:txBody>
      </p:sp>
      <p:pic>
        <p:nvPicPr>
          <p:cNvPr id="3" name="Picture 2" descr="A computer screen with text and numbers&#10;&#10;Description automatically generated">
            <a:extLst>
              <a:ext uri="{FF2B5EF4-FFF2-40B4-BE49-F238E27FC236}">
                <a16:creationId xmlns:a16="http://schemas.microsoft.com/office/drawing/2014/main" id="{5E3AB892-B065-C028-9F2D-D17680B87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121" y="1814778"/>
            <a:ext cx="4154080" cy="32284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0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/>
              <a:t>Sorters Song 1 &amp; 2</a:t>
            </a:r>
            <a:endParaRPr/>
          </a:p>
        </p:txBody>
      </p:sp>
      <p:sp>
        <p:nvSpPr>
          <p:cNvPr id="504" name="Google Shape;504;p60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505" name="Google Shape;505;p60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</a:t>
            </a:fld>
            <a:endParaRPr/>
          </a:p>
        </p:txBody>
      </p:sp>
      <p:sp>
        <p:nvSpPr>
          <p:cNvPr id="506" name="Google Shape;506;p60"/>
          <p:cNvSpPr txBox="1">
            <a:spLocks noGrp="1"/>
          </p:cNvSpPr>
          <p:nvPr>
            <p:ph type="body" idx="1"/>
          </p:nvPr>
        </p:nvSpPr>
        <p:spPr>
          <a:xfrm>
            <a:off x="773478" y="1090799"/>
            <a:ext cx="10567312" cy="4986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Approach: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Capture a </a:t>
            </a:r>
            <a:r>
              <a:rPr lang="en-US" dirty="0">
                <a:solidFill>
                  <a:schemeClr val="accent2"/>
                </a:solidFill>
              </a:rPr>
              <a:t>reference trace</a:t>
            </a:r>
            <a:r>
              <a:rPr lang="en-US" dirty="0"/>
              <a:t> by inserting the smallest value (0x00)</a:t>
            </a: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 dirty="0"/>
              <a:t>This shows the “no shift” case.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For each key element, run a </a:t>
            </a:r>
            <a:r>
              <a:rPr lang="en-US" dirty="0">
                <a:solidFill>
                  <a:schemeClr val="accent2"/>
                </a:solidFill>
              </a:rPr>
              <a:t>binary search</a:t>
            </a:r>
            <a:r>
              <a:rPr lang="en-US" dirty="0"/>
              <a:t> over possible values.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For every guess: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Capture the trace and compute </a:t>
            </a:r>
            <a:r>
              <a:rPr lang="en-US" dirty="0">
                <a:solidFill>
                  <a:schemeClr val="accent2"/>
                </a:solidFill>
              </a:rPr>
              <a:t>Euclidean distance</a:t>
            </a:r>
            <a:r>
              <a:rPr lang="en-US" dirty="0"/>
              <a:t> to the reference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Use the distance to decide whether to move the lower or upper bound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Repeat until the element’s value is found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1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/>
              <a:t>Sorters Song 1 &amp; 2</a:t>
            </a:r>
            <a:endParaRPr/>
          </a:p>
        </p:txBody>
      </p:sp>
      <p:sp>
        <p:nvSpPr>
          <p:cNvPr id="512" name="Google Shape;512;p61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513" name="Google Shape;513;p61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8</a:t>
            </a:fld>
            <a:endParaRPr/>
          </a:p>
        </p:txBody>
      </p:sp>
      <p:sp>
        <p:nvSpPr>
          <p:cNvPr id="514" name="Google Shape;514;p61"/>
          <p:cNvSpPr txBox="1">
            <a:spLocks noGrp="1"/>
          </p:cNvSpPr>
          <p:nvPr>
            <p:ph type="body" idx="1"/>
          </p:nvPr>
        </p:nvSpPr>
        <p:spPr>
          <a:xfrm>
            <a:off x="784629" y="1088999"/>
            <a:ext cx="8099540" cy="244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Complexity: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For n-bit values → ≈ 2×⌈log⁡2(2ⁿ)⌉+2 queries per byte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chemeClr val="accent2"/>
                </a:solidFill>
              </a:rPr>
              <a:t>ss1{y0u_g0t_it_br0!}</a:t>
            </a:r>
            <a:r>
              <a:rPr lang="en-US" dirty="0"/>
              <a:t> → 241 queries (8-bit array) 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chemeClr val="accent2"/>
                </a:solidFill>
              </a:rPr>
              <a:t>ss2{!AEGILOPS_chimps</a:t>
            </a:r>
            <a:r>
              <a:rPr lang="en-US" dirty="0"/>
              <a:t> → 497 queries (16-bit array)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C72352-842C-CFD8-D376-FCEAB8371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659" y="3442554"/>
            <a:ext cx="6044681" cy="29745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2"/>
          <p:cNvSpPr txBox="1">
            <a:spLocks noGrp="1"/>
          </p:cNvSpPr>
          <p:nvPr>
            <p:ph type="body" idx="1"/>
          </p:nvPr>
        </p:nvSpPr>
        <p:spPr>
          <a:xfrm>
            <a:off x="5267938" y="1090799"/>
            <a:ext cx="59049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de-DE" b="1">
                <a:solidFill>
                  <a:schemeClr val="dk2"/>
                </a:solidFill>
              </a:rPr>
              <a:t>GateKeeper 1 &amp; 2</a:t>
            </a:r>
            <a:endParaRPr b="1">
              <a:solidFill>
                <a:schemeClr val="dk2"/>
              </a:solidFill>
            </a:endParaRPr>
          </a:p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de-DE" b="1">
                <a:solidFill>
                  <a:schemeClr val="dk2"/>
                </a:solidFill>
              </a:rPr>
              <a:t>Sorters Song 1 &amp; 2 </a:t>
            </a:r>
            <a:endParaRPr b="1">
              <a:solidFill>
                <a:schemeClr val="dk2"/>
              </a:solidFill>
            </a:endParaRPr>
          </a:p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de-DE" b="1"/>
              <a:t>Critical Calculation</a:t>
            </a:r>
            <a:endParaRPr b="1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520" name="Google Shape;520;p62"/>
          <p:cNvSpPr txBox="1">
            <a:spLocks noGrp="1"/>
          </p:cNvSpPr>
          <p:nvPr>
            <p:ph type="body" idx="2"/>
          </p:nvPr>
        </p:nvSpPr>
        <p:spPr>
          <a:xfrm>
            <a:off x="1028910" y="1090800"/>
            <a:ext cx="3879000" cy="2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de-DE"/>
              <a:t>Set 1</a:t>
            </a:r>
            <a:endParaRPr/>
          </a:p>
        </p:txBody>
      </p:sp>
      <p:sp>
        <p:nvSpPr>
          <p:cNvPr id="521" name="Google Shape;521;p62"/>
          <p:cNvSpPr txBox="1"/>
          <p:nvPr/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3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/>
              <a:t>Critical Calculation</a:t>
            </a:r>
            <a:endParaRPr/>
          </a:p>
        </p:txBody>
      </p:sp>
      <p:sp>
        <p:nvSpPr>
          <p:cNvPr id="527" name="Google Shape;527;p63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528" name="Google Shape;528;p63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10</a:t>
            </a:fld>
            <a:endParaRPr/>
          </a:p>
        </p:txBody>
      </p:sp>
      <p:sp>
        <p:nvSpPr>
          <p:cNvPr id="529" name="Google Shape;529;p63"/>
          <p:cNvSpPr txBox="1">
            <a:spLocks noGrp="1"/>
          </p:cNvSpPr>
          <p:nvPr>
            <p:ph type="body" idx="1"/>
          </p:nvPr>
        </p:nvSpPr>
        <p:spPr>
          <a:xfrm>
            <a:off x="784629" y="1090800"/>
            <a:ext cx="10152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Challenge: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Simple counter implemented with two nested for-loops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Boot continues only if the counter reaches the expected final value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If the counter value </a:t>
            </a:r>
            <a:r>
              <a:rPr lang="en-US" dirty="0">
                <a:solidFill>
                  <a:schemeClr val="accent2"/>
                </a:solidFill>
              </a:rPr>
              <a:t>differs</a:t>
            </a:r>
            <a:r>
              <a:rPr lang="en-US" dirty="0"/>
              <a:t>, the system halts and returns a </a:t>
            </a:r>
            <a:r>
              <a:rPr lang="en-US" dirty="0">
                <a:solidFill>
                  <a:schemeClr val="accent2"/>
                </a:solidFill>
              </a:rPr>
              <a:t>secret flag</a:t>
            </a:r>
            <a:endParaRPr lang="en-US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Task: </a:t>
            </a:r>
            <a:r>
              <a:rPr lang="en-US" dirty="0">
                <a:solidFill>
                  <a:schemeClr val="accent2"/>
                </a:solidFill>
              </a:rPr>
              <a:t>force</a:t>
            </a:r>
            <a:r>
              <a:rPr lang="en-US" dirty="0"/>
              <a:t> a mismatch in the counter to trigger the flag</a:t>
            </a:r>
          </a:p>
        </p:txBody>
      </p:sp>
      <p:pic>
        <p:nvPicPr>
          <p:cNvPr id="5" name="Picture 4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CEE6D280-557B-E7E1-7802-4FF4ABD82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039" y="3623329"/>
            <a:ext cx="3705922" cy="2470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0;p5" title="CC_Main1.png">
            <a:extLst>
              <a:ext uri="{FF2B5EF4-FFF2-40B4-BE49-F238E27FC236}">
                <a16:creationId xmlns:a16="http://schemas.microsoft.com/office/drawing/2014/main" id="{70C52D4B-1B4A-05D7-4592-EE9EAAB09E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576" t="10072" r="8680"/>
          <a:stretch/>
        </p:blipFill>
        <p:spPr>
          <a:xfrm>
            <a:off x="6718339" y="3689911"/>
            <a:ext cx="5384488" cy="298808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64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/>
              <a:t>Critical Calculation</a:t>
            </a:r>
            <a:endParaRPr/>
          </a:p>
        </p:txBody>
      </p:sp>
      <p:sp>
        <p:nvSpPr>
          <p:cNvPr id="535" name="Google Shape;535;p64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536" name="Google Shape;536;p64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</a:t>
            </a:fld>
            <a:endParaRPr/>
          </a:p>
        </p:txBody>
      </p:sp>
      <p:sp>
        <p:nvSpPr>
          <p:cNvPr id="537" name="Google Shape;537;p64"/>
          <p:cNvSpPr txBox="1">
            <a:spLocks noGrp="1"/>
          </p:cNvSpPr>
          <p:nvPr>
            <p:ph type="body" idx="1"/>
          </p:nvPr>
        </p:nvSpPr>
        <p:spPr>
          <a:xfrm>
            <a:off x="773477" y="1090800"/>
            <a:ext cx="10812639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Approach: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Analyze the power trace to locate loop branch instructions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Inject a </a:t>
            </a:r>
            <a:r>
              <a:rPr lang="en-US" dirty="0">
                <a:solidFill>
                  <a:schemeClr val="accent2"/>
                </a:solidFill>
              </a:rPr>
              <a:t>voltage glitch</a:t>
            </a:r>
            <a:r>
              <a:rPr lang="en-US" dirty="0"/>
              <a:t> at the branch to skip an inner-loop iteration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Tune glitch parameters (width/repeat) with an oscilloscope and CWNANO:</a:t>
            </a: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 i="1" dirty="0" err="1"/>
              <a:t>scope.glitch.repeat</a:t>
            </a:r>
            <a:r>
              <a:rPr lang="en-US" dirty="0"/>
              <a:t> = 3</a:t>
            </a: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 dirty="0"/>
              <a:t>Example location for fault injection: 207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chemeClr val="accent2"/>
                </a:solidFill>
              </a:rPr>
              <a:t>cc1{C0RRUPT3D C4LCUL4T10N}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7"/>
          <p:cNvSpPr txBox="1">
            <a:spLocks noGrp="1"/>
          </p:cNvSpPr>
          <p:nvPr>
            <p:ph type="body" idx="1"/>
          </p:nvPr>
        </p:nvSpPr>
        <p:spPr>
          <a:xfrm>
            <a:off x="5267938" y="1090799"/>
            <a:ext cx="59049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de-DE" b="1"/>
              <a:t>Dark GateKeeper </a:t>
            </a:r>
            <a:endParaRPr b="1"/>
          </a:p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de-DE" b="1">
                <a:solidFill>
                  <a:schemeClr val="dk2"/>
                </a:solidFill>
              </a:rPr>
              <a:t>Hyperspace Jump Drive</a:t>
            </a:r>
            <a:endParaRPr b="1">
              <a:solidFill>
                <a:schemeClr val="dk2"/>
              </a:solidFill>
            </a:endParaRPr>
          </a:p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de-DE" b="1">
                <a:solidFill>
                  <a:schemeClr val="dk2"/>
                </a:solidFill>
              </a:rPr>
              <a:t>Ghost Blood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558" name="Google Shape;558;p67"/>
          <p:cNvSpPr txBox="1">
            <a:spLocks noGrp="1"/>
          </p:cNvSpPr>
          <p:nvPr>
            <p:ph type="body" idx="2"/>
          </p:nvPr>
        </p:nvSpPr>
        <p:spPr>
          <a:xfrm>
            <a:off x="1028910" y="1090800"/>
            <a:ext cx="3879000" cy="2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de-DE"/>
              <a:t>Set 2</a:t>
            </a:r>
            <a:endParaRPr/>
          </a:p>
        </p:txBody>
      </p:sp>
      <p:sp>
        <p:nvSpPr>
          <p:cNvPr id="559" name="Google Shape;559;p67"/>
          <p:cNvSpPr txBox="1"/>
          <p:nvPr/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9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 dirty="0"/>
              <a:t>Dark </a:t>
            </a:r>
            <a:r>
              <a:rPr lang="de-DE" dirty="0" err="1"/>
              <a:t>GateKeeper</a:t>
            </a:r>
            <a:endParaRPr dirty="0"/>
          </a:p>
        </p:txBody>
      </p:sp>
      <p:sp>
        <p:nvSpPr>
          <p:cNvPr id="496" name="Google Shape;496;p59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497" name="Google Shape;497;p59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13</a:t>
            </a:fld>
            <a:endParaRPr/>
          </a:p>
        </p:txBody>
      </p:sp>
      <p:sp>
        <p:nvSpPr>
          <p:cNvPr id="498" name="Google Shape;498;p59"/>
          <p:cNvSpPr txBox="1">
            <a:spLocks noGrp="1"/>
          </p:cNvSpPr>
          <p:nvPr>
            <p:ph type="body" idx="1"/>
          </p:nvPr>
        </p:nvSpPr>
        <p:spPr>
          <a:xfrm>
            <a:off x="740024" y="1090800"/>
            <a:ext cx="6943165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Challenge: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Recover a 12-character master key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password verification loop is almost constant-time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We employ power analysis to recover the key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When the if condition is false, the execution pattern is slightly different</a:t>
            </a:r>
          </a:p>
        </p:txBody>
      </p:sp>
      <p:pic>
        <p:nvPicPr>
          <p:cNvPr id="4" name="Picture 3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C3E694FD-EADD-B0D9-5BC3-11A29E061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340" y="2025849"/>
            <a:ext cx="4397936" cy="280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23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0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 dirty="0"/>
              <a:t>Dark </a:t>
            </a:r>
            <a:r>
              <a:rPr lang="de-DE" dirty="0" err="1"/>
              <a:t>GateKeeper</a:t>
            </a:r>
            <a:endParaRPr dirty="0"/>
          </a:p>
        </p:txBody>
      </p:sp>
      <p:sp>
        <p:nvSpPr>
          <p:cNvPr id="504" name="Google Shape;504;p60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505" name="Google Shape;505;p60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14</a:t>
            </a:fld>
            <a:endParaRPr/>
          </a:p>
        </p:txBody>
      </p:sp>
      <p:sp>
        <p:nvSpPr>
          <p:cNvPr id="506" name="Google Shape;506;p60"/>
          <p:cNvSpPr txBox="1">
            <a:spLocks noGrp="1"/>
          </p:cNvSpPr>
          <p:nvPr>
            <p:ph type="body" idx="1"/>
          </p:nvPr>
        </p:nvSpPr>
        <p:spPr>
          <a:xfrm>
            <a:off x="773478" y="1090799"/>
            <a:ext cx="10567312" cy="4986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Approach: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Capture a </a:t>
            </a:r>
            <a:r>
              <a:rPr lang="en-US" dirty="0">
                <a:solidFill>
                  <a:schemeClr val="accent2"/>
                </a:solidFill>
              </a:rPr>
              <a:t>reference trace</a:t>
            </a:r>
            <a:r>
              <a:rPr lang="en-US" dirty="0"/>
              <a:t> by inserting the smallest value (0x00)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For each key byte, brute force the possible values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For every guess: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Capture the trace and compute </a:t>
            </a:r>
            <a:r>
              <a:rPr lang="en-US" dirty="0">
                <a:solidFill>
                  <a:schemeClr val="tx1"/>
                </a:solidFill>
              </a:rPr>
              <a:t>the</a:t>
            </a:r>
            <a:r>
              <a:rPr lang="en-US" dirty="0">
                <a:solidFill>
                  <a:schemeClr val="accent2"/>
                </a:solidFill>
              </a:rPr>
              <a:t> Euclidean distance</a:t>
            </a:r>
            <a:r>
              <a:rPr lang="en-US" dirty="0"/>
              <a:t> to the reference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Use the distance to decide whether the input was correct or not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Repeat until the correct key is recovered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schemeClr val="accent2"/>
                </a:solidFill>
              </a:rPr>
              <a:t>ESC{J0lt_Th3_G473} </a:t>
            </a:r>
            <a:r>
              <a:rPr lang="en-US" dirty="0"/>
              <a:t>→ 83 queries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22058F-3D7F-2FB8-2AD1-F07A346C7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093" y="4057365"/>
            <a:ext cx="5298067" cy="261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65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/>
          <p:cNvSpPr txBox="1">
            <a:spLocks noGrp="1"/>
          </p:cNvSpPr>
          <p:nvPr>
            <p:ph type="body" idx="1"/>
          </p:nvPr>
        </p:nvSpPr>
        <p:spPr>
          <a:xfrm>
            <a:off x="5267938" y="1090799"/>
            <a:ext cx="59049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de-DE" b="1">
                <a:solidFill>
                  <a:schemeClr val="dk2"/>
                </a:solidFill>
              </a:rPr>
              <a:t>Dark GateKeeper </a:t>
            </a:r>
            <a:endParaRPr b="1">
              <a:solidFill>
                <a:schemeClr val="dk2"/>
              </a:solidFill>
            </a:endParaRPr>
          </a:p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de-DE" b="1"/>
              <a:t>Hyperspace Jump Drive</a:t>
            </a:r>
            <a:endParaRPr b="1"/>
          </a:p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de-DE" b="1">
                <a:solidFill>
                  <a:schemeClr val="dk2"/>
                </a:solidFill>
              </a:rPr>
              <a:t>Ghost Blood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573" name="Google Shape;573;p69"/>
          <p:cNvSpPr txBox="1">
            <a:spLocks noGrp="1"/>
          </p:cNvSpPr>
          <p:nvPr>
            <p:ph type="body" idx="2"/>
          </p:nvPr>
        </p:nvSpPr>
        <p:spPr>
          <a:xfrm>
            <a:off x="1028910" y="1090800"/>
            <a:ext cx="3879000" cy="2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de-DE"/>
              <a:t>Set 2</a:t>
            </a:r>
            <a:endParaRPr/>
          </a:p>
        </p:txBody>
      </p:sp>
      <p:sp>
        <p:nvSpPr>
          <p:cNvPr id="574" name="Google Shape;574;p69"/>
          <p:cNvSpPr txBox="1"/>
          <p:nvPr/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9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 dirty="0"/>
              <a:t>Hyperspace Jump Drive</a:t>
            </a:r>
            <a:endParaRPr dirty="0"/>
          </a:p>
        </p:txBody>
      </p:sp>
      <p:sp>
        <p:nvSpPr>
          <p:cNvPr id="496" name="Google Shape;496;p59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497" name="Google Shape;497;p59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16</a:t>
            </a:fld>
            <a:endParaRPr/>
          </a:p>
        </p:txBody>
      </p:sp>
      <p:sp>
        <p:nvSpPr>
          <p:cNvPr id="498" name="Google Shape;498;p59"/>
          <p:cNvSpPr txBox="1">
            <a:spLocks noGrp="1"/>
          </p:cNvSpPr>
          <p:nvPr>
            <p:ph type="body" idx="1"/>
          </p:nvPr>
        </p:nvSpPr>
        <p:spPr>
          <a:xfrm>
            <a:off x="740024" y="1090800"/>
            <a:ext cx="10432951" cy="245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Challenge: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Recover a 12-byte secret and provide it to capture the flag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</a:t>
            </a:r>
            <a:r>
              <a:rPr lang="en-US" i="1" dirty="0" err="1"/>
              <a:t>invert_polarity</a:t>
            </a:r>
            <a:r>
              <a:rPr lang="en-US" i="1" dirty="0"/>
              <a:t>() </a:t>
            </a:r>
            <a:r>
              <a:rPr lang="en-US" dirty="0"/>
              <a:t>function calculates the XOR of the input with the secret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Correlation Power Analysis (CPA) can recover the key</a:t>
            </a:r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21FA68B6-8F41-954F-6B63-1093A0CC1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233" y="3492528"/>
            <a:ext cx="5628532" cy="286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2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5" title="CPA_pages-to-jpg-0001.jpg">
            <a:extLst>
              <a:ext uri="{FF2B5EF4-FFF2-40B4-BE49-F238E27FC236}">
                <a16:creationId xmlns:a16="http://schemas.microsoft.com/office/drawing/2014/main" id="{D83B20EF-527F-BC0A-D787-10C86C3D42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396" y="2865862"/>
            <a:ext cx="6905207" cy="3412274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61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 dirty="0"/>
              <a:t>Hyperspace Jump Drive</a:t>
            </a:r>
            <a:endParaRPr dirty="0"/>
          </a:p>
        </p:txBody>
      </p:sp>
      <p:sp>
        <p:nvSpPr>
          <p:cNvPr id="512" name="Google Shape;512;p61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513" name="Google Shape;513;p61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17</a:t>
            </a:fld>
            <a:endParaRPr/>
          </a:p>
        </p:txBody>
      </p:sp>
      <p:sp>
        <p:nvSpPr>
          <p:cNvPr id="514" name="Google Shape;514;p61"/>
          <p:cNvSpPr txBox="1">
            <a:spLocks noGrp="1"/>
          </p:cNvSpPr>
          <p:nvPr>
            <p:ph type="body" idx="1"/>
          </p:nvPr>
        </p:nvSpPr>
        <p:spPr>
          <a:xfrm>
            <a:off x="784629" y="1088999"/>
            <a:ext cx="10266230" cy="244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gather 25600 power traces (100 per input)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chemeClr val="accent2"/>
                </a:solidFill>
              </a:rPr>
              <a:t>[0x3, 0x7D, 0x39, 0x5D, 0xB4, 0xCF, 0x56, 0x66, 0x6F, 0x27, 0xBF, 0x5B]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schemeClr val="accent2"/>
                </a:solidFill>
              </a:rPr>
              <a:t>b64{c3RhcmR1c3Q=}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50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4"/>
          <p:cNvSpPr txBox="1">
            <a:spLocks noGrp="1"/>
          </p:cNvSpPr>
          <p:nvPr>
            <p:ph type="body" idx="1"/>
          </p:nvPr>
        </p:nvSpPr>
        <p:spPr>
          <a:xfrm>
            <a:off x="5267938" y="1090799"/>
            <a:ext cx="59049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de-DE" b="1"/>
              <a:t>Alchemist Infuser</a:t>
            </a:r>
            <a:endParaRPr b="1"/>
          </a:p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de-DE" b="1">
                <a:solidFill>
                  <a:schemeClr val="dk2"/>
                </a:solidFill>
              </a:rPr>
              <a:t>Echoes of Chaos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610" name="Google Shape;610;p74"/>
          <p:cNvSpPr txBox="1">
            <a:spLocks noGrp="1"/>
          </p:cNvSpPr>
          <p:nvPr>
            <p:ph type="body" idx="2"/>
          </p:nvPr>
        </p:nvSpPr>
        <p:spPr>
          <a:xfrm>
            <a:off x="1028910" y="1090800"/>
            <a:ext cx="3879000" cy="2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de-DE"/>
              <a:t>Set 3</a:t>
            </a:r>
            <a:endParaRPr/>
          </a:p>
        </p:txBody>
      </p:sp>
      <p:sp>
        <p:nvSpPr>
          <p:cNvPr id="611" name="Google Shape;611;p74"/>
          <p:cNvSpPr txBox="1"/>
          <p:nvPr/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9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 dirty="0"/>
              <a:t>Alchemist </a:t>
            </a:r>
            <a:r>
              <a:rPr lang="de-DE" dirty="0" err="1"/>
              <a:t>Infuser</a:t>
            </a:r>
            <a:endParaRPr dirty="0"/>
          </a:p>
        </p:txBody>
      </p:sp>
      <p:sp>
        <p:nvSpPr>
          <p:cNvPr id="496" name="Google Shape;496;p59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497" name="Google Shape;497;p59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19</a:t>
            </a:fld>
            <a:endParaRPr/>
          </a:p>
        </p:txBody>
      </p:sp>
      <p:sp>
        <p:nvSpPr>
          <p:cNvPr id="498" name="Google Shape;498;p59"/>
          <p:cNvSpPr txBox="1">
            <a:spLocks noGrp="1"/>
          </p:cNvSpPr>
          <p:nvPr>
            <p:ph type="body" idx="1"/>
          </p:nvPr>
        </p:nvSpPr>
        <p:spPr>
          <a:xfrm>
            <a:off x="740024" y="1090800"/>
            <a:ext cx="10432951" cy="367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Challenge: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Recover a 16-byte secret and decrypt the message to capture the flag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</a:t>
            </a:r>
            <a:r>
              <a:rPr lang="en-US" i="1" dirty="0"/>
              <a:t>encrypt() </a:t>
            </a:r>
            <a:r>
              <a:rPr lang="en-US" dirty="0"/>
              <a:t>function calculates the XOR of the input with the secret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Correlation Power Analysis (CPA) can recover the key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leakage model should change for the second 8 bytes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Noto Sans Symbols"/>
              <a:buChar char="•"/>
            </a:pPr>
            <a:r>
              <a:rPr lang="en-US" dirty="0"/>
              <a:t>For the first 8 bytes: </a:t>
            </a:r>
            <a:r>
              <a:rPr lang="en-US" i="1" dirty="0"/>
              <a:t>plaintext ⊕ key guess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Noto Sans Symbols"/>
              <a:buChar char="•"/>
            </a:pPr>
            <a:r>
              <a:rPr lang="en-US" dirty="0"/>
              <a:t>For the second 8 bytes: </a:t>
            </a:r>
            <a:r>
              <a:rPr lang="en-US" i="1" dirty="0"/>
              <a:t>(plaintext ⊕ recovered key) ⊕ key guess</a:t>
            </a:r>
          </a:p>
        </p:txBody>
      </p:sp>
      <p:pic>
        <p:nvPicPr>
          <p:cNvPr id="3" name="Picture 2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6FD3465D-4498-C68E-878B-CA418C52E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309" y="4471440"/>
            <a:ext cx="48895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37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1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 dirty="0"/>
              <a:t>Alchemist </a:t>
            </a:r>
            <a:r>
              <a:rPr lang="de-DE" dirty="0" err="1"/>
              <a:t>Infuser</a:t>
            </a:r>
            <a:endParaRPr dirty="0"/>
          </a:p>
        </p:txBody>
      </p:sp>
      <p:sp>
        <p:nvSpPr>
          <p:cNvPr id="512" name="Google Shape;512;p61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513" name="Google Shape;513;p61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20</a:t>
            </a:fld>
            <a:endParaRPr/>
          </a:p>
        </p:txBody>
      </p:sp>
      <p:sp>
        <p:nvSpPr>
          <p:cNvPr id="514" name="Google Shape;514;p61"/>
          <p:cNvSpPr txBox="1">
            <a:spLocks noGrp="1"/>
          </p:cNvSpPr>
          <p:nvPr>
            <p:ph type="body" idx="1"/>
          </p:nvPr>
        </p:nvSpPr>
        <p:spPr>
          <a:xfrm>
            <a:off x="784629" y="1088999"/>
            <a:ext cx="10266230" cy="244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gather 102400 power traces (400 per input)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chemeClr val="accent2"/>
                </a:solidFill>
              </a:rPr>
              <a:t>[0x4e, 0x61, 0x4a, 0x2d, 0x55, 0x67, 0x52, 0x64, 0x32, 0x70, 0x58, 0x6b, 0x38, 0x76, 0x35, 0x73]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schemeClr val="accent2"/>
                </a:solidFill>
              </a:rPr>
              <a:t>a1c{Wh1teDragonT}</a:t>
            </a:r>
            <a:endParaRPr lang="en-US" dirty="0"/>
          </a:p>
        </p:txBody>
      </p:sp>
      <p:pic>
        <p:nvPicPr>
          <p:cNvPr id="4" name="Picture 3" descr="A graph showing a number of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CA33A55F-0ED4-6D1D-FD3B-F5149A084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540" y="3555000"/>
            <a:ext cx="5798919" cy="298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709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6"/>
          <p:cNvSpPr txBox="1">
            <a:spLocks noGrp="1"/>
          </p:cNvSpPr>
          <p:nvPr>
            <p:ph type="body" idx="1"/>
          </p:nvPr>
        </p:nvSpPr>
        <p:spPr>
          <a:xfrm>
            <a:off x="5267938" y="1090799"/>
            <a:ext cx="59049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de-DE" b="1">
                <a:solidFill>
                  <a:schemeClr val="dk2"/>
                </a:solidFill>
              </a:rPr>
              <a:t>Alchemist Infuser</a:t>
            </a:r>
            <a:endParaRPr b="1">
              <a:solidFill>
                <a:schemeClr val="dk2"/>
              </a:solidFill>
            </a:endParaRPr>
          </a:p>
          <a:p>
            <a:pPr marL="539750" lvl="0" indent="-539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de-DE" b="1"/>
              <a:t>Echoes of Chaos</a:t>
            </a:r>
            <a:endParaRPr b="1"/>
          </a:p>
        </p:txBody>
      </p:sp>
      <p:sp>
        <p:nvSpPr>
          <p:cNvPr id="625" name="Google Shape;625;p76"/>
          <p:cNvSpPr txBox="1">
            <a:spLocks noGrp="1"/>
          </p:cNvSpPr>
          <p:nvPr>
            <p:ph type="body" idx="2"/>
          </p:nvPr>
        </p:nvSpPr>
        <p:spPr>
          <a:xfrm>
            <a:off x="1028910" y="1090800"/>
            <a:ext cx="3879000" cy="2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de-DE"/>
              <a:t>Set 3</a:t>
            </a:r>
            <a:endParaRPr/>
          </a:p>
        </p:txBody>
      </p:sp>
      <p:sp>
        <p:nvSpPr>
          <p:cNvPr id="626" name="Google Shape;626;p76"/>
          <p:cNvSpPr txBox="1"/>
          <p:nvPr/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9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 dirty="0" err="1"/>
              <a:t>Echoes</a:t>
            </a:r>
            <a:r>
              <a:rPr lang="de-DE" dirty="0"/>
              <a:t> of Chaos</a:t>
            </a:r>
            <a:endParaRPr dirty="0"/>
          </a:p>
        </p:txBody>
      </p:sp>
      <p:sp>
        <p:nvSpPr>
          <p:cNvPr id="496" name="Google Shape;496;p59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497" name="Google Shape;497;p59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22</a:t>
            </a:fld>
            <a:endParaRPr/>
          </a:p>
        </p:txBody>
      </p:sp>
      <p:sp>
        <p:nvSpPr>
          <p:cNvPr id="498" name="Google Shape;498;p59"/>
          <p:cNvSpPr txBox="1">
            <a:spLocks noGrp="1"/>
          </p:cNvSpPr>
          <p:nvPr>
            <p:ph type="body" idx="1"/>
          </p:nvPr>
        </p:nvSpPr>
        <p:spPr>
          <a:xfrm>
            <a:off x="740024" y="1090800"/>
            <a:ext cx="10946454" cy="4986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" pitchFamily="2" charset="77"/>
              </a:rPr>
              <a:t>Challenge: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Montserrat" pitchFamily="2" charset="77"/>
              </a:rPr>
              <a:t>Similar to the Sorters Song challenge</a:t>
            </a:r>
          </a:p>
          <a:p>
            <a:pPr marL="1143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Montserrat" pitchFamily="2" charset="77"/>
              </a:rPr>
              <a:t>Approach: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Montserrat" pitchFamily="2" charset="77"/>
              </a:rPr>
              <a:t>For each guessed value, capture a new sorting trace for the first left comparison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Montserrat" pitchFamily="2" charset="77"/>
              </a:rPr>
              <a:t>Compare it to the reference trace using the Euclidean distance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Montserrat" pitchFamily="2" charset="77"/>
              </a:rPr>
              <a:t>Based on the distance, we decide whether to adjust the lower or upper bound of the search range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Montserrat" pitchFamily="2" charset="77"/>
              </a:rPr>
              <a:t>Repeat this process for all 15 key values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latin typeface="Montserrat" pitchFamily="2" charset="77"/>
              </a:rPr>
              <a:t>Each comparison involves a</a:t>
            </a:r>
            <a:r>
              <a:rPr lang="en-US" i="1" dirty="0">
                <a:latin typeface="Montserrat" pitchFamily="2" charset="77"/>
              </a:rPr>
              <a:t> reset()</a:t>
            </a:r>
            <a:r>
              <a:rPr lang="en-US" dirty="0">
                <a:latin typeface="Montserrat" pitchFamily="2" charset="77"/>
              </a:rPr>
              <a:t> (no new query) and </a:t>
            </a:r>
            <a:r>
              <a:rPr lang="en-US" i="1" dirty="0" err="1">
                <a:latin typeface="Montserrat" pitchFamily="2" charset="77"/>
              </a:rPr>
              <a:t>get_pt</a:t>
            </a:r>
            <a:r>
              <a:rPr lang="en-US" i="1" dirty="0">
                <a:latin typeface="Montserrat" pitchFamily="2" charset="77"/>
              </a:rPr>
              <a:t>() </a:t>
            </a:r>
            <a:r>
              <a:rPr lang="en-US" dirty="0">
                <a:latin typeface="Montserrat" pitchFamily="2" charset="77"/>
              </a:rPr>
              <a:t>call</a:t>
            </a:r>
          </a:p>
        </p:txBody>
      </p:sp>
    </p:spTree>
    <p:extLst>
      <p:ext uri="{BB962C8B-B14F-4D97-AF65-F5344CB8AC3E}">
        <p14:creationId xmlns:p14="http://schemas.microsoft.com/office/powerpoint/2010/main" val="3729325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1"/>
          <p:cNvSpPr txBox="1">
            <a:spLocks noGrp="1"/>
          </p:cNvSpPr>
          <p:nvPr>
            <p:ph type="title"/>
          </p:nvPr>
        </p:nvSpPr>
        <p:spPr>
          <a:xfrm>
            <a:off x="1019175" y="180000"/>
            <a:ext cx="10153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ExtraBold"/>
              <a:buNone/>
            </a:pPr>
            <a:r>
              <a:rPr lang="de-DE" dirty="0" err="1"/>
              <a:t>Echoes</a:t>
            </a:r>
            <a:r>
              <a:rPr lang="de-DE" dirty="0"/>
              <a:t> of Chaos</a:t>
            </a:r>
            <a:endParaRPr dirty="0"/>
          </a:p>
        </p:txBody>
      </p:sp>
      <p:sp>
        <p:nvSpPr>
          <p:cNvPr id="512" name="Google Shape;512;p61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513" name="Google Shape;513;p61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23</a:t>
            </a:fld>
            <a:endParaRPr/>
          </a:p>
        </p:txBody>
      </p:sp>
      <p:sp>
        <p:nvSpPr>
          <p:cNvPr id="514" name="Google Shape;514;p61"/>
          <p:cNvSpPr txBox="1">
            <a:spLocks noGrp="1"/>
          </p:cNvSpPr>
          <p:nvPr>
            <p:ph type="body" idx="1"/>
          </p:nvPr>
        </p:nvSpPr>
        <p:spPr>
          <a:xfrm>
            <a:off x="784629" y="1088999"/>
            <a:ext cx="10266230" cy="3137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Complexity: (15 * (16 + 1)) + 1 = 256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Results: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chemeClr val="accent2"/>
                </a:solidFill>
              </a:rPr>
              <a:t>[0x2B9, 0x1988, 0x2384, 0x369F, 0x4CA1, 0x6582, 0x6D3C, 0x73A0, 0x8CF0, 0xA56D, 0xB3EC, 0xBFF4, 0xE594, 0xFCEC, 0xFDDA]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schemeClr val="accent2"/>
                </a:solidFill>
              </a:rPr>
              <a:t>eoc{th3yreC00ked}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B1C376-F753-6EC7-8415-669137691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742" y="3493837"/>
            <a:ext cx="6196516" cy="304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56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7"/>
          <p:cNvSpPr txBox="1">
            <a:spLocks noGrp="1"/>
          </p:cNvSpPr>
          <p:nvPr>
            <p:ph type="ftr" idx="11"/>
          </p:nvPr>
        </p:nvSpPr>
        <p:spPr>
          <a:xfrm>
            <a:off x="1018799" y="6417089"/>
            <a:ext cx="4896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Meowginal Leaks | CSAW’25 ESC</a:t>
            </a:r>
            <a:endParaRPr/>
          </a:p>
        </p:txBody>
      </p:sp>
      <p:sp>
        <p:nvSpPr>
          <p:cNvPr id="633" name="Google Shape;633;p77"/>
          <p:cNvSpPr txBox="1">
            <a:spLocks noGrp="1"/>
          </p:cNvSpPr>
          <p:nvPr>
            <p:ph type="sldNum" idx="12"/>
          </p:nvPr>
        </p:nvSpPr>
        <p:spPr>
          <a:xfrm>
            <a:off x="318969" y="6417090"/>
            <a:ext cx="547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24</a:t>
            </a:fld>
            <a:endParaRPr/>
          </a:p>
        </p:txBody>
      </p:sp>
      <p:sp>
        <p:nvSpPr>
          <p:cNvPr id="634" name="Google Shape;634;p77"/>
          <p:cNvSpPr txBox="1">
            <a:spLocks noGrp="1"/>
          </p:cNvSpPr>
          <p:nvPr>
            <p:ph type="body" idx="1"/>
          </p:nvPr>
        </p:nvSpPr>
        <p:spPr>
          <a:xfrm>
            <a:off x="3382697" y="1805489"/>
            <a:ext cx="5426605" cy="166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6000" dirty="0"/>
              <a:t>Thank you </a:t>
            </a:r>
            <a:r>
              <a:rPr lang="en-US" sz="6000" dirty="0">
                <a:sym typeface="Wingdings" pitchFamily="2" charset="2"/>
              </a:rPr>
              <a:t></a:t>
            </a:r>
            <a:endParaRPr sz="6000" dirty="0"/>
          </a:p>
        </p:txBody>
      </p:sp>
      <p:sp>
        <p:nvSpPr>
          <p:cNvPr id="4" name="Google Shape;639;p78">
            <a:extLst>
              <a:ext uri="{FF2B5EF4-FFF2-40B4-BE49-F238E27FC236}">
                <a16:creationId xmlns:a16="http://schemas.microsoft.com/office/drawing/2014/main" id="{BF6A0618-77B8-16DA-0930-9EB737542DE9}"/>
              </a:ext>
            </a:extLst>
          </p:cNvPr>
          <p:cNvSpPr txBox="1">
            <a:spLocks/>
          </p:cNvSpPr>
          <p:nvPr/>
        </p:nvSpPr>
        <p:spPr>
          <a:xfrm>
            <a:off x="2942142" y="4365531"/>
            <a:ext cx="6307713" cy="91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spcBef>
                <a:spcPts val="0"/>
              </a:spcBef>
              <a:buFont typeface="Arial"/>
              <a:buNone/>
            </a:pPr>
            <a:r>
              <a:rPr lang="en-US" dirty="0"/>
              <a:t>Code for our artifacts can be found here:</a:t>
            </a:r>
          </a:p>
          <a:p>
            <a:pPr marL="0" indent="0">
              <a:spcBef>
                <a:spcPts val="0"/>
              </a:spcBef>
              <a:buFont typeface="Arial"/>
              <a:buNone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github.com/pouya13/csaw2025_ESC_solutions</a:t>
            </a:r>
            <a:r>
              <a:rPr lang="en-US" dirty="0"/>
              <a:t> </a:t>
            </a:r>
          </a:p>
          <a:p>
            <a:pPr marL="0" indent="0">
              <a:spcBef>
                <a:spcPts val="0"/>
              </a:spcBef>
              <a:buFont typeface="Arial"/>
              <a:buNone/>
            </a:pPr>
            <a:endParaRPr lang="en-US" dirty="0"/>
          </a:p>
          <a:p>
            <a:pPr marL="0" indent="0">
              <a:spcBef>
                <a:spcPts val="0"/>
              </a:spcBef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069534"/>
      </p:ext>
    </p:extLst>
  </p:cSld>
  <p:clrMapOvr>
    <a:masterClrMapping/>
  </p:clrMapOvr>
</p:sld>
</file>

<file path=ppt/theme/theme1.xml><?xml version="1.0" encoding="utf-8"?>
<a:theme xmlns:a="http://schemas.openxmlformats.org/drawingml/2006/main" name="2_Master - light">
  <a:themeElements>
    <a:clrScheme name="Benutzerdefiniert 3">
      <a:dk1>
        <a:srgbClr val="2B2B2B"/>
      </a:dk1>
      <a:lt1>
        <a:srgbClr val="FFFFFF"/>
      </a:lt1>
      <a:dk2>
        <a:srgbClr val="99D7E7"/>
      </a:dk2>
      <a:lt2>
        <a:srgbClr val="D5ECF6"/>
      </a:lt2>
      <a:accent1>
        <a:srgbClr val="002864"/>
      </a:accent1>
      <a:accent2>
        <a:srgbClr val="018DCA"/>
      </a:accent2>
      <a:accent3>
        <a:srgbClr val="EB3300"/>
      </a:accent3>
      <a:accent4>
        <a:srgbClr val="008040"/>
      </a:accent4>
      <a:accent5>
        <a:srgbClr val="FFC600"/>
      </a:accent5>
      <a:accent6>
        <a:srgbClr val="FF7F32"/>
      </a:accent6>
      <a:hlink>
        <a:srgbClr val="009CC4"/>
      </a:hlink>
      <a:folHlink>
        <a:srgbClr val="009CC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Master - dark">
  <a:themeElements>
    <a:clrScheme name="CISPA Colors">
      <a:dk1>
        <a:srgbClr val="2B2B2B"/>
      </a:dk1>
      <a:lt1>
        <a:srgbClr val="F5F5F5"/>
      </a:lt1>
      <a:dk2>
        <a:srgbClr val="99D7E7"/>
      </a:dk2>
      <a:lt2>
        <a:srgbClr val="D5ECF6"/>
      </a:lt2>
      <a:accent1>
        <a:srgbClr val="002864"/>
      </a:accent1>
      <a:accent2>
        <a:srgbClr val="018DCA"/>
      </a:accent2>
      <a:accent3>
        <a:srgbClr val="EB3300"/>
      </a:accent3>
      <a:accent4>
        <a:srgbClr val="008040"/>
      </a:accent4>
      <a:accent5>
        <a:srgbClr val="FFC600"/>
      </a:accent5>
      <a:accent6>
        <a:srgbClr val="FF7F32"/>
      </a:accent6>
      <a:hlink>
        <a:srgbClr val="00C8FF"/>
      </a:hlink>
      <a:folHlink>
        <a:srgbClr val="00C8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5163</TotalTime>
  <Words>1083</Words>
  <Application>Microsoft Macintosh PowerPoint</Application>
  <PresentationFormat>Widescreen</PresentationFormat>
  <Paragraphs>169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Montserrat ExtraBold</vt:lpstr>
      <vt:lpstr>Montserrat</vt:lpstr>
      <vt:lpstr>Noto Sans Symbols</vt:lpstr>
      <vt:lpstr>Wingdings</vt:lpstr>
      <vt:lpstr>Arial</vt:lpstr>
      <vt:lpstr>Montserrat Medium</vt:lpstr>
      <vt:lpstr>2_Master - light</vt:lpstr>
      <vt:lpstr>3_Master - dark</vt:lpstr>
      <vt:lpstr>Solving CSAW'25 ESC Challenges</vt:lpstr>
      <vt:lpstr>PowerPoint Presentation</vt:lpstr>
      <vt:lpstr>GateKeeper 1 &amp; 2</vt:lpstr>
      <vt:lpstr>GateKeeper 1 &amp; 2</vt:lpstr>
      <vt:lpstr>PowerPoint Presentation</vt:lpstr>
      <vt:lpstr>Sorters Song 1 &amp; 2</vt:lpstr>
      <vt:lpstr>Sorters Song 1 &amp; 2</vt:lpstr>
      <vt:lpstr>Sorters Song 1 &amp; 2</vt:lpstr>
      <vt:lpstr>PowerPoint Presentation</vt:lpstr>
      <vt:lpstr>Critical Calculation</vt:lpstr>
      <vt:lpstr>Critical Calculation</vt:lpstr>
      <vt:lpstr>PowerPoint Presentation</vt:lpstr>
      <vt:lpstr>Dark GateKeeper</vt:lpstr>
      <vt:lpstr>Dark GateKeeper</vt:lpstr>
      <vt:lpstr>PowerPoint Presentation</vt:lpstr>
      <vt:lpstr>Hyperspace Jump Drive</vt:lpstr>
      <vt:lpstr>Hyperspace Jump Drive</vt:lpstr>
      <vt:lpstr>PowerPoint Presentation</vt:lpstr>
      <vt:lpstr>Alchemist Infuser</vt:lpstr>
      <vt:lpstr>Alchemist Infuser</vt:lpstr>
      <vt:lpstr>PowerPoint Presentation</vt:lpstr>
      <vt:lpstr>Echoes of Chaos</vt:lpstr>
      <vt:lpstr>Echoes of Chaos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Pouya Narimani</cp:lastModifiedBy>
  <cp:revision>101</cp:revision>
  <dcterms:modified xsi:type="dcterms:W3CDTF">2025-11-17T11:38:28Z</dcterms:modified>
</cp:coreProperties>
</file>